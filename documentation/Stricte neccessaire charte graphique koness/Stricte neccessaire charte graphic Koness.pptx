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5602"/>
    <a:srgbClr val="FFE6D9"/>
    <a:srgbClr val="FEBFA0"/>
    <a:srgbClr val="4A148C"/>
    <a:srgbClr val="25D366"/>
    <a:srgbClr val="F381B0"/>
    <a:srgbClr val="7F57A6"/>
    <a:srgbClr val="FDF770"/>
    <a:srgbClr val="FEFCDF"/>
    <a:srgbClr val="FEF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CF120-01AB-4A03-A9A9-5772D711A5D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06E27-76FA-4AC1-B709-34030A1AAA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61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F06E27-76FA-4AC1-B709-34030A1AAA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64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3D480-83AC-501B-1B84-3C70E7AA5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1091B-F026-32C5-4C9B-73613F92A9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89928-320D-40E6-78AB-FD7EA0E62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2AE7-0887-48F2-97F4-48FCFF9E017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C6C7E-5DDA-CC2A-5FCF-FAA275CF7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5F3B2-863F-2124-7C3C-AA3CCC9B0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ACF94-3A4B-4578-A663-CD63A159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74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9B1D4-B2BB-9554-CBCD-F504BD439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4E997-F4A4-3F9D-C2F4-73A174016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3E5C7-8639-15C0-6F2B-8D235A130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2AE7-0887-48F2-97F4-48FCFF9E017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77315-4856-2545-1838-19168CBA7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9F0ED-560F-D0B0-39E9-84F93F6FE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ACF94-3A4B-4578-A663-CD63A159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85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25676-4925-688E-51B2-EFB3E76A2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B352F-D72E-04C6-8407-B935DCBE5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CD781-4B67-FBE2-5950-CF4622E79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2AE7-0887-48F2-97F4-48FCFF9E017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6AC5A-F020-2C0B-AAED-A133281BA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6C494-EE02-41A5-C8C5-1585F10D6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ACF94-3A4B-4578-A663-CD63A159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23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C701-B545-EEDD-0B28-D86FBAC42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01FED-1C8C-BBA6-8F6D-742BF1C954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BCE988-0029-2DB5-88CF-230E8F599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EB64E-2761-6887-C607-36B4DD95E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2AE7-0887-48F2-97F4-48FCFF9E017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4572D-8401-D186-5479-C28C0315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E5317-EC3C-36EC-907E-97E0BEEF7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ACF94-3A4B-4578-A663-CD63A159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6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260E-2C8C-4A26-D2FA-1BB93A169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D759A-E5C1-312D-CAF7-46A99403F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DB9185-49DA-570F-B87C-CA8E761E3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59C6FA-E175-5D8A-E413-7FA37A64C0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799623-3195-06F1-7CD7-5CE5DD6A6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EEA03F-BAF2-38B4-44FF-938AA74C2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2AE7-0887-48F2-97F4-48FCFF9E017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0BE227-2807-1776-D365-28FA2BC50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5B26DA-D896-B56F-6828-8AE3AE30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ACF94-3A4B-4578-A663-CD63A159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964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C080D-3B03-808E-C6F8-59524FC75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CDB78-DBC5-74B5-452D-326A6BE1B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2AE7-0887-48F2-97F4-48FCFF9E017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5937D-75A4-0288-7B5C-AC9B8C168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E1439-3401-7970-5D70-823673064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ACF94-3A4B-4578-A663-CD63A159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27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34B0AC-71EE-29CB-43FA-F0C25BE4A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2AE7-0887-48F2-97F4-48FCFF9E017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DE5DA8-E978-B2DA-2FEF-3896874DE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E906EE-9658-4E4B-A567-EC221BFDB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ACF94-3A4B-4578-A663-CD63A159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7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11DA9-EF19-5E40-C1B8-1710F3154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77295-3587-8AA4-613E-CD6EDAEC3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AD5FE-5261-A376-F47C-1BE66002A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369C9-C005-6089-C0AB-DC7B40A4B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2AE7-0887-48F2-97F4-48FCFF9E017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71DFC-CAD6-A255-4CD3-B89F67B08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90D93E-5839-5A4C-431D-810509FC0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ACF94-3A4B-4578-A663-CD63A159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126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80D5D-00E2-AAE9-3D04-ED411CBDF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7EB69A-CC37-AC3A-2C36-48CE62A652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3324C7-23E0-D4BA-D9D3-EC878B3A5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79503-80C4-A243-B839-CCEF8F45C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2AE7-0887-48F2-97F4-48FCFF9E017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9453F-3BFE-2F45-EBAB-C9D75917D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3B26D-1CC0-ECF2-8649-9C1DE958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ACF94-3A4B-4578-A663-CD63A159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75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2F334-433C-9F43-7259-245710C4B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4E95D-C25A-E4F4-E24D-8957E9A3C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6C998-D45E-63AE-9BC6-81F435256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2AE7-0887-48F2-97F4-48FCFF9E017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E9926-0771-7829-9583-1BD545D51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3121E-C842-EB08-25C0-643C3473F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ACF94-3A4B-4578-A663-CD63A159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45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DBB661-06C6-0738-E49B-A1CA670113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96AAD-12D6-BF9C-E6E7-87D572B61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5A5FD-5954-7389-774B-CA023953E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A2AE7-0887-48F2-97F4-48FCFF9E017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9625B-ABA7-7C30-DCDF-5EBCEBB29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28514-D013-7905-FCBB-59D9B8900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9ACF94-3A4B-4578-A663-CD63A159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22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FF1EEE-0212-E770-398E-27776BA9F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10095E-6637-0577-C9C9-BEF2081EA3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333DB-57C5-83CC-D6D5-E1131C1F70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A2AE7-0887-48F2-97F4-48FCFF9E0170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01FB2-A922-C067-09C0-9722B03021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D2A81-B6A4-1551-1C40-A5E38C31A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ACF94-3A4B-4578-A663-CD63A15972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9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roup 174">
            <a:extLst>
              <a:ext uri="{FF2B5EF4-FFF2-40B4-BE49-F238E27FC236}">
                <a16:creationId xmlns:a16="http://schemas.microsoft.com/office/drawing/2014/main" id="{6DA1574D-0CBC-0665-C402-8BD5FFDEC4F5}"/>
              </a:ext>
            </a:extLst>
          </p:cNvPr>
          <p:cNvGrpSpPr/>
          <p:nvPr/>
        </p:nvGrpSpPr>
        <p:grpSpPr>
          <a:xfrm>
            <a:off x="2561995" y="-114300"/>
            <a:ext cx="7109570" cy="6972300"/>
            <a:chOff x="2561995" y="-114300"/>
            <a:chExt cx="7109570" cy="6972300"/>
          </a:xfrm>
          <a:solidFill>
            <a:srgbClr val="FEFCDF">
              <a:alpha val="80000"/>
            </a:srgbClr>
          </a:solidFill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ABD496FA-B9D9-7C14-9637-A9AC8281C7BE}"/>
                </a:ext>
              </a:extLst>
            </p:cNvPr>
            <p:cNvSpPr/>
            <p:nvPr/>
          </p:nvSpPr>
          <p:spPr>
            <a:xfrm rot="10800000">
              <a:off x="6290237" y="3398520"/>
              <a:ext cx="228600" cy="228600"/>
            </a:xfrm>
            <a:prstGeom prst="rect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A829A11F-1961-3469-1DA2-E326B2C21D84}"/>
                </a:ext>
              </a:extLst>
            </p:cNvPr>
            <p:cNvSpPr/>
            <p:nvPr/>
          </p:nvSpPr>
          <p:spPr>
            <a:xfrm rot="10800000">
              <a:off x="6290237" y="1023888"/>
              <a:ext cx="228600" cy="228600"/>
            </a:xfrm>
            <a:prstGeom prst="rect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EF3297D4-BCB3-2764-95F9-198E62E2B446}"/>
                </a:ext>
              </a:extLst>
            </p:cNvPr>
            <p:cNvSpPr/>
            <p:nvPr/>
          </p:nvSpPr>
          <p:spPr>
            <a:xfrm rot="10800000">
              <a:off x="6290237" y="5131631"/>
              <a:ext cx="228600" cy="228600"/>
            </a:xfrm>
            <a:prstGeom prst="rect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96880D9-1026-CA5F-00BD-555B49B1E6AF}"/>
                </a:ext>
              </a:extLst>
            </p:cNvPr>
            <p:cNvCxnSpPr>
              <a:cxnSpLocks/>
              <a:endCxn id="89" idx="3"/>
            </p:cNvCxnSpPr>
            <p:nvPr/>
          </p:nvCxnSpPr>
          <p:spPr>
            <a:xfrm>
              <a:off x="2561995" y="0"/>
              <a:ext cx="3728242" cy="1138188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C31018C-F0B5-A9A7-1DC0-DD24C55B2F75}"/>
                </a:ext>
              </a:extLst>
            </p:cNvPr>
            <p:cNvCxnSpPr>
              <a:cxnSpLocks/>
              <a:stCxn id="89" idx="1"/>
            </p:cNvCxnSpPr>
            <p:nvPr/>
          </p:nvCxnSpPr>
          <p:spPr>
            <a:xfrm flipV="1">
              <a:off x="6518837" y="0"/>
              <a:ext cx="2924128" cy="1138188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CCB8916F-AB1A-71E7-A9B0-667516D2F235}"/>
                </a:ext>
              </a:extLst>
            </p:cNvPr>
            <p:cNvCxnSpPr>
              <a:cxnSpLocks/>
              <a:stCxn id="89" idx="0"/>
            </p:cNvCxnSpPr>
            <p:nvPr/>
          </p:nvCxnSpPr>
          <p:spPr>
            <a:xfrm>
              <a:off x="6404537" y="1252488"/>
              <a:ext cx="3267028" cy="1104332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363D6107-C50F-8CB9-9F54-3D9C747A3D38}"/>
                </a:ext>
              </a:extLst>
            </p:cNvPr>
            <p:cNvCxnSpPr>
              <a:cxnSpLocks/>
              <a:stCxn id="89" idx="0"/>
            </p:cNvCxnSpPr>
            <p:nvPr/>
          </p:nvCxnSpPr>
          <p:spPr>
            <a:xfrm>
              <a:off x="6404537" y="1252488"/>
              <a:ext cx="3152728" cy="3417382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026FC753-BB86-6B41-020A-742FC3C2DE0E}"/>
                </a:ext>
              </a:extLst>
            </p:cNvPr>
            <p:cNvCxnSpPr>
              <a:cxnSpLocks/>
              <a:stCxn id="89" idx="0"/>
            </p:cNvCxnSpPr>
            <p:nvPr/>
          </p:nvCxnSpPr>
          <p:spPr>
            <a:xfrm>
              <a:off x="6404537" y="1252488"/>
              <a:ext cx="3267028" cy="5605512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29758547-4AF0-97EF-C252-70991C481078}"/>
                </a:ext>
              </a:extLst>
            </p:cNvPr>
            <p:cNvCxnSpPr>
              <a:cxnSpLocks/>
              <a:endCxn id="88" idx="1"/>
            </p:cNvCxnSpPr>
            <p:nvPr/>
          </p:nvCxnSpPr>
          <p:spPr>
            <a:xfrm>
              <a:off x="2676295" y="-114300"/>
              <a:ext cx="3842542" cy="3627120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73AA0AC9-5C72-F077-2F99-A4A9A5B56BAB}"/>
                </a:ext>
              </a:extLst>
            </p:cNvPr>
            <p:cNvCxnSpPr>
              <a:cxnSpLocks/>
              <a:stCxn id="88" idx="2"/>
            </p:cNvCxnSpPr>
            <p:nvPr/>
          </p:nvCxnSpPr>
          <p:spPr>
            <a:xfrm flipV="1">
              <a:off x="6404537" y="114300"/>
              <a:ext cx="3152728" cy="3284220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4623BAC9-CC4C-0C8C-2992-ACC6F7964349}"/>
                </a:ext>
              </a:extLst>
            </p:cNvPr>
            <p:cNvCxnSpPr>
              <a:cxnSpLocks/>
              <a:endCxn id="88" idx="3"/>
            </p:cNvCxnSpPr>
            <p:nvPr/>
          </p:nvCxnSpPr>
          <p:spPr>
            <a:xfrm>
              <a:off x="2561995" y="2302430"/>
              <a:ext cx="3728242" cy="1210390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D7A7984-519A-6E4D-4B78-967965521BEC}"/>
                </a:ext>
              </a:extLst>
            </p:cNvPr>
            <p:cNvCxnSpPr>
              <a:cxnSpLocks/>
              <a:stCxn id="88" idx="3"/>
            </p:cNvCxnSpPr>
            <p:nvPr/>
          </p:nvCxnSpPr>
          <p:spPr>
            <a:xfrm flipV="1">
              <a:off x="6290237" y="2471120"/>
              <a:ext cx="3267028" cy="1041700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1D5B801-4B26-4F4F-4EA1-DCD7736DB48F}"/>
                </a:ext>
              </a:extLst>
            </p:cNvPr>
            <p:cNvCxnSpPr>
              <a:cxnSpLocks/>
              <a:stCxn id="88" idx="0"/>
            </p:cNvCxnSpPr>
            <p:nvPr/>
          </p:nvCxnSpPr>
          <p:spPr>
            <a:xfrm>
              <a:off x="6404537" y="3627120"/>
              <a:ext cx="3152728" cy="814150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F5C57BB4-37DC-4691-C63A-15331C477E67}"/>
                </a:ext>
              </a:extLst>
            </p:cNvPr>
            <p:cNvCxnSpPr>
              <a:cxnSpLocks/>
              <a:stCxn id="88" idx="2"/>
            </p:cNvCxnSpPr>
            <p:nvPr/>
          </p:nvCxnSpPr>
          <p:spPr>
            <a:xfrm>
              <a:off x="6404537" y="3398520"/>
              <a:ext cx="3152728" cy="3345180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0ABC2F74-7DD2-B556-D29F-35224E64ACE1}"/>
                </a:ext>
              </a:extLst>
            </p:cNvPr>
            <p:cNvCxnSpPr>
              <a:cxnSpLocks/>
              <a:stCxn id="88" idx="3"/>
            </p:cNvCxnSpPr>
            <p:nvPr/>
          </p:nvCxnSpPr>
          <p:spPr>
            <a:xfrm flipH="1">
              <a:off x="2790595" y="3512820"/>
              <a:ext cx="3499642" cy="3345180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30D3114-8985-3C60-BD7C-27575639F988}"/>
                </a:ext>
              </a:extLst>
            </p:cNvPr>
            <p:cNvCxnSpPr>
              <a:cxnSpLocks/>
              <a:stCxn id="88" idx="1"/>
            </p:cNvCxnSpPr>
            <p:nvPr/>
          </p:nvCxnSpPr>
          <p:spPr>
            <a:xfrm flipH="1">
              <a:off x="2790595" y="3512820"/>
              <a:ext cx="3728242" cy="988360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CD2A6704-E79F-14E1-8019-5FC01B65AD7B}"/>
                </a:ext>
              </a:extLst>
            </p:cNvPr>
            <p:cNvCxnSpPr>
              <a:cxnSpLocks/>
              <a:stCxn id="89" idx="1"/>
            </p:cNvCxnSpPr>
            <p:nvPr/>
          </p:nvCxnSpPr>
          <p:spPr>
            <a:xfrm flipH="1">
              <a:off x="2561995" y="1138188"/>
              <a:ext cx="3956842" cy="1164242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6BC7F82-7553-5FB0-73C3-79B52C64775D}"/>
                </a:ext>
              </a:extLst>
            </p:cNvPr>
            <p:cNvCxnSpPr>
              <a:cxnSpLocks/>
              <a:endCxn id="90" idx="0"/>
            </p:cNvCxnSpPr>
            <p:nvPr/>
          </p:nvCxnSpPr>
          <p:spPr>
            <a:xfrm>
              <a:off x="2676295" y="114300"/>
              <a:ext cx="3728242" cy="5245931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3816916-A403-B93E-BEE9-056A015705C3}"/>
                </a:ext>
              </a:extLst>
            </p:cNvPr>
            <p:cNvCxnSpPr>
              <a:endCxn id="90" idx="3"/>
            </p:cNvCxnSpPr>
            <p:nvPr/>
          </p:nvCxnSpPr>
          <p:spPr>
            <a:xfrm>
              <a:off x="2676295" y="2302430"/>
              <a:ext cx="3613942" cy="2943501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A178C1A-F188-D605-263A-4EA80916B249}"/>
                </a:ext>
              </a:extLst>
            </p:cNvPr>
            <p:cNvCxnSpPr>
              <a:endCxn id="90" idx="3"/>
            </p:cNvCxnSpPr>
            <p:nvPr/>
          </p:nvCxnSpPr>
          <p:spPr>
            <a:xfrm>
              <a:off x="2676295" y="4501180"/>
              <a:ext cx="3613942" cy="744751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33A643D6-8B79-F357-A07E-21C3A6E6F05F}"/>
                </a:ext>
              </a:extLst>
            </p:cNvPr>
            <p:cNvCxnSpPr>
              <a:cxnSpLocks/>
              <a:endCxn id="90" idx="3"/>
            </p:cNvCxnSpPr>
            <p:nvPr/>
          </p:nvCxnSpPr>
          <p:spPr>
            <a:xfrm flipV="1">
              <a:off x="2790595" y="5360231"/>
              <a:ext cx="3613942" cy="1497769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F8D713E-F3AC-F148-E145-AE18771E8134}"/>
                </a:ext>
              </a:extLst>
            </p:cNvPr>
            <p:cNvCxnSpPr>
              <a:cxnSpLocks/>
              <a:stCxn id="89" idx="2"/>
            </p:cNvCxnSpPr>
            <p:nvPr/>
          </p:nvCxnSpPr>
          <p:spPr>
            <a:xfrm flipH="1">
              <a:off x="2676295" y="1023888"/>
              <a:ext cx="3728242" cy="5719812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4C55614B-8318-3418-347D-A21E095B911D}"/>
                </a:ext>
              </a:extLst>
            </p:cNvPr>
            <p:cNvCxnSpPr>
              <a:cxnSpLocks/>
              <a:stCxn id="90" idx="3"/>
            </p:cNvCxnSpPr>
            <p:nvPr/>
          </p:nvCxnSpPr>
          <p:spPr>
            <a:xfrm flipV="1">
              <a:off x="6290237" y="4441270"/>
              <a:ext cx="3267028" cy="804661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F2B98AD-3222-CB61-B8F4-8BF2B0360703}"/>
                </a:ext>
              </a:extLst>
            </p:cNvPr>
            <p:cNvCxnSpPr>
              <a:cxnSpLocks/>
              <a:stCxn id="90" idx="3"/>
            </p:cNvCxnSpPr>
            <p:nvPr/>
          </p:nvCxnSpPr>
          <p:spPr>
            <a:xfrm>
              <a:off x="6290237" y="5245931"/>
              <a:ext cx="3381328" cy="1612069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3B474B45-F220-CB26-868C-4D999722F003}"/>
              </a:ext>
            </a:extLst>
          </p:cNvPr>
          <p:cNvSpPr/>
          <p:nvPr/>
        </p:nvSpPr>
        <p:spPr>
          <a:xfrm>
            <a:off x="-557373" y="-498765"/>
            <a:ext cx="13695218" cy="7855528"/>
          </a:xfrm>
          <a:prstGeom prst="rect">
            <a:avLst/>
          </a:prstGeom>
          <a:solidFill>
            <a:srgbClr val="FFE6D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EE449D-C79D-124D-B4A6-766B18C65A69}"/>
              </a:ext>
            </a:extLst>
          </p:cNvPr>
          <p:cNvSpPr txBox="1"/>
          <p:nvPr/>
        </p:nvSpPr>
        <p:spPr>
          <a:xfrm>
            <a:off x="2571492" y="581632"/>
            <a:ext cx="70264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noProof="0" dirty="0">
                <a:latin typeface="Space Grotesk Medium" pitchFamily="2" charset="0"/>
                <a:cs typeface="Space Grotesk Medium" pitchFamily="2" charset="0"/>
              </a:rPr>
              <a:t>Planche de </a:t>
            </a:r>
          </a:p>
          <a:p>
            <a:pPr algn="ctr"/>
            <a:r>
              <a:rPr lang="fr-FR" sz="4000" noProof="0" dirty="0">
                <a:latin typeface="Space Grotesk Medium" pitchFamily="2" charset="0"/>
                <a:cs typeface="Space Grotesk Medium" pitchFamily="2" charset="0"/>
              </a:rPr>
              <a:t>direction artistique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CF4CF-BC22-F64A-7AC1-D504EE3BDBF3}"/>
              </a:ext>
            </a:extLst>
          </p:cNvPr>
          <p:cNvSpPr txBox="1"/>
          <p:nvPr/>
        </p:nvSpPr>
        <p:spPr>
          <a:xfrm>
            <a:off x="5201458" y="3718014"/>
            <a:ext cx="17806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u="sng" noProof="0" dirty="0">
                <a:latin typeface="Space Grotesk Medium" pitchFamily="2" charset="0"/>
                <a:cs typeface="Space Grotesk Medium" pitchFamily="2" charset="0"/>
              </a:rPr>
              <a:t>Designer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868901-4683-1E78-0AE5-B3E609F2FDB8}"/>
              </a:ext>
            </a:extLst>
          </p:cNvPr>
          <p:cNvSpPr txBox="1"/>
          <p:nvPr/>
        </p:nvSpPr>
        <p:spPr>
          <a:xfrm>
            <a:off x="4743614" y="4145017"/>
            <a:ext cx="2701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noProof="0" dirty="0">
                <a:latin typeface="Space Grotesk Medium" pitchFamily="2" charset="0"/>
                <a:cs typeface="Space Grotesk Medium" pitchFamily="2" charset="0"/>
              </a:rPr>
              <a:t>Omar NGAPOUT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4D929C-2D04-3A57-A532-02B3622D84EA}"/>
              </a:ext>
            </a:extLst>
          </p:cNvPr>
          <p:cNvSpPr txBox="1"/>
          <p:nvPr/>
        </p:nvSpPr>
        <p:spPr>
          <a:xfrm>
            <a:off x="2708395" y="1849571"/>
            <a:ext cx="7026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noProof="0" dirty="0">
                <a:latin typeface="Space Grotesk SemiBold" pitchFamily="2" charset="0"/>
                <a:cs typeface="Space Grotesk SemiBold" pitchFamily="2" charset="0"/>
              </a:rPr>
              <a:t>MOODBOARD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78FF55-3F06-4FE3-45E8-F42F90D800E2}"/>
              </a:ext>
            </a:extLst>
          </p:cNvPr>
          <p:cNvSpPr txBox="1"/>
          <p:nvPr/>
        </p:nvSpPr>
        <p:spPr>
          <a:xfrm>
            <a:off x="3657854" y="4984322"/>
            <a:ext cx="2436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noProof="0" dirty="0">
                <a:latin typeface="Space Grotesk Medium" pitchFamily="2" charset="0"/>
                <a:cs typeface="Space Grotesk Medium" pitchFamily="2" charset="0"/>
              </a:rPr>
              <a:t>Sciences des données et Intelligence Artificielle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D741C3-EB8E-C9F8-960D-BCC5C93D375D}"/>
              </a:ext>
            </a:extLst>
          </p:cNvPr>
          <p:cNvSpPr txBox="1"/>
          <p:nvPr/>
        </p:nvSpPr>
        <p:spPr>
          <a:xfrm>
            <a:off x="6339840" y="5253043"/>
            <a:ext cx="2112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noProof="0" dirty="0">
                <a:latin typeface="Space Grotesk Medium" pitchFamily="2" charset="0"/>
                <a:cs typeface="Space Grotesk Medium" pitchFamily="2" charset="0"/>
              </a:rPr>
              <a:t>Data Science and</a:t>
            </a:r>
          </a:p>
          <a:p>
            <a:pPr algn="ctr"/>
            <a:r>
              <a:rPr lang="fr-FR" sz="1400" noProof="0" dirty="0">
                <a:latin typeface="Space Grotesk Medium" pitchFamily="2" charset="0"/>
                <a:cs typeface="Space Grotesk Medium" pitchFamily="2" charset="0"/>
              </a:rPr>
              <a:t>Artificial Intelligence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3065D4-F47E-3C4C-F148-FFC7D138FDCA}"/>
              </a:ext>
            </a:extLst>
          </p:cNvPr>
          <p:cNvCxnSpPr/>
          <p:nvPr/>
        </p:nvCxnSpPr>
        <p:spPr>
          <a:xfrm flipH="1">
            <a:off x="5887586" y="4986158"/>
            <a:ext cx="592282" cy="8624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483C85E-993C-AF93-FF46-57FFC8CC481B}"/>
              </a:ext>
            </a:extLst>
          </p:cNvPr>
          <p:cNvGrpSpPr/>
          <p:nvPr/>
        </p:nvGrpSpPr>
        <p:grpSpPr>
          <a:xfrm>
            <a:off x="-64697" y="-114300"/>
            <a:ext cx="2904895" cy="7086600"/>
            <a:chOff x="-114300" y="-114300"/>
            <a:chExt cx="2904895" cy="7086600"/>
          </a:xfrm>
          <a:solidFill>
            <a:srgbClr val="F85602"/>
          </a:solidFill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54078D9-127C-B2A4-AD0E-D47221B82F28}"/>
                </a:ext>
              </a:extLst>
            </p:cNvPr>
            <p:cNvSpPr/>
            <p:nvPr/>
          </p:nvSpPr>
          <p:spPr>
            <a:xfrm>
              <a:off x="-114300" y="1039091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2DA91417-9A46-B246-9D89-A7D8C42ACF7D}"/>
                </a:ext>
              </a:extLst>
            </p:cNvPr>
            <p:cNvSpPr/>
            <p:nvPr/>
          </p:nvSpPr>
          <p:spPr>
            <a:xfrm>
              <a:off x="-114300" y="320040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F1469D4C-81BA-1CA7-8A19-90B327226F91}"/>
                </a:ext>
              </a:extLst>
            </p:cNvPr>
            <p:cNvSpPr/>
            <p:nvPr/>
          </p:nvSpPr>
          <p:spPr>
            <a:xfrm>
              <a:off x="-114300" y="5621414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412A259-C7F2-DD09-7C0B-A5ABF44556B7}"/>
                </a:ext>
              </a:extLst>
            </p:cNvPr>
            <p:cNvSpPr/>
            <p:nvPr/>
          </p:nvSpPr>
          <p:spPr>
            <a:xfrm>
              <a:off x="2561995" y="-11430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EE0CE0E9-80AF-5DFE-88A1-A13E830AF532}"/>
                </a:ext>
              </a:extLst>
            </p:cNvPr>
            <p:cNvSpPr/>
            <p:nvPr/>
          </p:nvSpPr>
          <p:spPr>
            <a:xfrm>
              <a:off x="2561995" y="218813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3400AB1E-5980-5312-1613-D3FFD4ACF6FC}"/>
                </a:ext>
              </a:extLst>
            </p:cNvPr>
            <p:cNvSpPr/>
            <p:nvPr/>
          </p:nvSpPr>
          <p:spPr>
            <a:xfrm>
              <a:off x="2561995" y="438688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595CBD51-0494-7131-C2C8-E58757AD40B6}"/>
                </a:ext>
              </a:extLst>
            </p:cNvPr>
            <p:cNvSpPr/>
            <p:nvPr/>
          </p:nvSpPr>
          <p:spPr>
            <a:xfrm>
              <a:off x="2561995" y="674370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3ABB902D-4FFE-4F73-8FA6-3214CBBCD6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-10391"/>
              <a:ext cx="2790595" cy="115339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E8A41540-5F57-6DF9-F832-6F289D8E485B}"/>
                </a:ext>
              </a:extLst>
            </p:cNvPr>
            <p:cNvCxnSpPr>
              <a:cxnSpLocks/>
            </p:cNvCxnSpPr>
            <p:nvPr/>
          </p:nvCxnSpPr>
          <p:spPr>
            <a:xfrm>
              <a:off x="-43020" y="1143000"/>
              <a:ext cx="2676295" cy="1149039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204EF4EA-3DF5-CF83-3C68-D4FBCE52C2C7}"/>
                </a:ext>
              </a:extLst>
            </p:cNvPr>
            <p:cNvCxnSpPr>
              <a:cxnSpLocks/>
            </p:cNvCxnSpPr>
            <p:nvPr/>
          </p:nvCxnSpPr>
          <p:spPr>
            <a:xfrm>
              <a:off x="-43020" y="3304468"/>
              <a:ext cx="2676295" cy="1149039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04CC1B7B-9A35-C818-2E13-5C98392E0B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97892"/>
              <a:ext cx="2676295" cy="1149039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F0234134-DFDF-AD09-6C2E-A4E528017F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" y="2234204"/>
              <a:ext cx="2790595" cy="115339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C2F66D2-E999-6BBF-869E-BF036053C844}"/>
                </a:ext>
              </a:extLst>
            </p:cNvPr>
            <p:cNvCxnSpPr>
              <a:cxnSpLocks/>
              <a:stCxn id="138" idx="3"/>
              <a:endCxn id="141" idx="3"/>
            </p:cNvCxnSpPr>
            <p:nvPr/>
          </p:nvCxnSpPr>
          <p:spPr>
            <a:xfrm flipV="1">
              <a:off x="114300" y="4501180"/>
              <a:ext cx="2676295" cy="1234534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0F344311-33B1-0C5E-F2DA-86DD45E62591}"/>
                </a:ext>
              </a:extLst>
            </p:cNvPr>
            <p:cNvCxnSpPr>
              <a:cxnSpLocks/>
            </p:cNvCxnSpPr>
            <p:nvPr/>
          </p:nvCxnSpPr>
          <p:spPr>
            <a:xfrm>
              <a:off x="-41564" y="1101437"/>
              <a:ext cx="2790595" cy="3462089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1BDB62E9-556E-8EFF-6A63-059BA37CD1D6}"/>
                </a:ext>
              </a:extLst>
            </p:cNvPr>
            <p:cNvCxnSpPr>
              <a:cxnSpLocks/>
              <a:endCxn id="142" idx="0"/>
            </p:cNvCxnSpPr>
            <p:nvPr/>
          </p:nvCxnSpPr>
          <p:spPr>
            <a:xfrm>
              <a:off x="-43021" y="1151339"/>
              <a:ext cx="2719316" cy="559236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E15F02C5-4B09-7533-B1E6-AE74F4B5CA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0784" y="0"/>
              <a:ext cx="2749033" cy="333174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D77C8B2F-99A2-0049-E20D-605329A1AD98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flipV="1">
              <a:off x="-105367" y="2416730"/>
              <a:ext cx="2781662" cy="3536583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7F99F520-618F-9928-DD51-D83AD7D893A1}"/>
                </a:ext>
              </a:extLst>
            </p:cNvPr>
            <p:cNvCxnSpPr>
              <a:cxnSpLocks/>
              <a:endCxn id="139" idx="2"/>
            </p:cNvCxnSpPr>
            <p:nvPr/>
          </p:nvCxnSpPr>
          <p:spPr>
            <a:xfrm flipV="1">
              <a:off x="-25518" y="114300"/>
              <a:ext cx="2701813" cy="567711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8F8CF2F3-64FB-5E1A-793B-FEB7B77DB01A}"/>
                </a:ext>
              </a:extLst>
            </p:cNvPr>
            <p:cNvCxnSpPr>
              <a:cxnSpLocks/>
              <a:endCxn id="142" idx="0"/>
            </p:cNvCxnSpPr>
            <p:nvPr/>
          </p:nvCxnSpPr>
          <p:spPr>
            <a:xfrm>
              <a:off x="25517" y="3362889"/>
              <a:ext cx="2650778" cy="338081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E160CD81-0140-2C5A-B5AF-6CD5E22DA7D3}"/>
              </a:ext>
            </a:extLst>
          </p:cNvPr>
          <p:cNvGrpSpPr/>
          <p:nvPr/>
        </p:nvGrpSpPr>
        <p:grpSpPr>
          <a:xfrm rot="10800000">
            <a:off x="9492568" y="-114300"/>
            <a:ext cx="2904895" cy="7086600"/>
            <a:chOff x="-114300" y="-114300"/>
            <a:chExt cx="2904895" cy="7086600"/>
          </a:xfrm>
          <a:solidFill>
            <a:srgbClr val="F85602"/>
          </a:solidFill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278C8575-DCCA-AE86-EDE5-982808D4C544}"/>
                </a:ext>
              </a:extLst>
            </p:cNvPr>
            <p:cNvSpPr/>
            <p:nvPr/>
          </p:nvSpPr>
          <p:spPr>
            <a:xfrm>
              <a:off x="-114300" y="1039091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C417E4C3-1925-A9B3-C042-9C993AF04F21}"/>
                </a:ext>
              </a:extLst>
            </p:cNvPr>
            <p:cNvSpPr/>
            <p:nvPr/>
          </p:nvSpPr>
          <p:spPr>
            <a:xfrm>
              <a:off x="-114300" y="320040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3F4421F-96ED-B8F0-692E-0DB6740DC5B5}"/>
                </a:ext>
              </a:extLst>
            </p:cNvPr>
            <p:cNvSpPr/>
            <p:nvPr/>
          </p:nvSpPr>
          <p:spPr>
            <a:xfrm>
              <a:off x="-114300" y="5621414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479AC007-EEA8-54C7-7747-6CDB536C131A}"/>
                </a:ext>
              </a:extLst>
            </p:cNvPr>
            <p:cNvSpPr/>
            <p:nvPr/>
          </p:nvSpPr>
          <p:spPr>
            <a:xfrm>
              <a:off x="2561995" y="-11430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61A92D1A-9B74-5701-9830-A3A77F52B6FD}"/>
                </a:ext>
              </a:extLst>
            </p:cNvPr>
            <p:cNvSpPr/>
            <p:nvPr/>
          </p:nvSpPr>
          <p:spPr>
            <a:xfrm>
              <a:off x="2561995" y="218813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08F85A35-AA64-9E63-B42B-C461159DD2C7}"/>
                </a:ext>
              </a:extLst>
            </p:cNvPr>
            <p:cNvSpPr/>
            <p:nvPr/>
          </p:nvSpPr>
          <p:spPr>
            <a:xfrm>
              <a:off x="2561995" y="438688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5DA04357-7577-5697-2C7E-E080F89B05DC}"/>
                </a:ext>
              </a:extLst>
            </p:cNvPr>
            <p:cNvSpPr/>
            <p:nvPr/>
          </p:nvSpPr>
          <p:spPr>
            <a:xfrm>
              <a:off x="2561995" y="674370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981F9F09-AB9F-9248-7B10-4A73423B13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-10391"/>
              <a:ext cx="2790595" cy="115339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64C06F0B-DA57-B395-5E17-CDA166CA0701}"/>
                </a:ext>
              </a:extLst>
            </p:cNvPr>
            <p:cNvCxnSpPr>
              <a:cxnSpLocks/>
            </p:cNvCxnSpPr>
            <p:nvPr/>
          </p:nvCxnSpPr>
          <p:spPr>
            <a:xfrm>
              <a:off x="-43020" y="1143000"/>
              <a:ext cx="2676295" cy="1149039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DB622AC8-05A8-330E-116C-9BB59D92C474}"/>
                </a:ext>
              </a:extLst>
            </p:cNvPr>
            <p:cNvCxnSpPr>
              <a:cxnSpLocks/>
            </p:cNvCxnSpPr>
            <p:nvPr/>
          </p:nvCxnSpPr>
          <p:spPr>
            <a:xfrm>
              <a:off x="-43020" y="3304468"/>
              <a:ext cx="2676295" cy="1149039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5F9AC889-2671-198E-C4C9-BF87106C2D6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97892"/>
              <a:ext cx="2676295" cy="1149039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F26B73F8-7C6F-FC2B-98EF-B29E14B566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" y="2234204"/>
              <a:ext cx="2790595" cy="115339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4A2CEEF-7825-CE17-471F-19AF0BC80DD0}"/>
                </a:ext>
              </a:extLst>
            </p:cNvPr>
            <p:cNvCxnSpPr>
              <a:cxnSpLocks/>
              <a:stCxn id="158" idx="3"/>
              <a:endCxn id="161" idx="3"/>
            </p:cNvCxnSpPr>
            <p:nvPr/>
          </p:nvCxnSpPr>
          <p:spPr>
            <a:xfrm flipV="1">
              <a:off x="114300" y="4501180"/>
              <a:ext cx="2676295" cy="1234534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9E2A49E3-1C10-D18F-9A71-F64A0AE7CC27}"/>
                </a:ext>
              </a:extLst>
            </p:cNvPr>
            <p:cNvCxnSpPr>
              <a:cxnSpLocks/>
            </p:cNvCxnSpPr>
            <p:nvPr/>
          </p:nvCxnSpPr>
          <p:spPr>
            <a:xfrm>
              <a:off x="-41564" y="1101437"/>
              <a:ext cx="2790595" cy="3462089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9757E49F-7AAF-9FE1-660C-54577EEC4EA3}"/>
                </a:ext>
              </a:extLst>
            </p:cNvPr>
            <p:cNvCxnSpPr>
              <a:cxnSpLocks/>
              <a:endCxn id="162" idx="0"/>
            </p:cNvCxnSpPr>
            <p:nvPr/>
          </p:nvCxnSpPr>
          <p:spPr>
            <a:xfrm>
              <a:off x="-43021" y="1151339"/>
              <a:ext cx="2719316" cy="559236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BCA9F71B-9E28-44B8-6CA4-D3A25B42E8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0784" y="0"/>
              <a:ext cx="2749033" cy="333174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2BCBE5F6-CB02-B4CB-91BA-0B70EE26E8CD}"/>
                </a:ext>
              </a:extLst>
            </p:cNvPr>
            <p:cNvCxnSpPr>
              <a:cxnSpLocks/>
              <a:endCxn id="160" idx="2"/>
            </p:cNvCxnSpPr>
            <p:nvPr/>
          </p:nvCxnSpPr>
          <p:spPr>
            <a:xfrm flipV="1">
              <a:off x="-105367" y="2416730"/>
              <a:ext cx="2781662" cy="3536583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5B75EA12-3F1F-BB03-B76E-C3E3F7970DAB}"/>
                </a:ext>
              </a:extLst>
            </p:cNvPr>
            <p:cNvCxnSpPr>
              <a:cxnSpLocks/>
              <a:endCxn id="159" idx="2"/>
            </p:cNvCxnSpPr>
            <p:nvPr/>
          </p:nvCxnSpPr>
          <p:spPr>
            <a:xfrm flipV="1">
              <a:off x="-25518" y="114300"/>
              <a:ext cx="2701813" cy="567711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9ABAA821-A3B5-3BE4-A8CB-04B2693FE0F6}"/>
                </a:ext>
              </a:extLst>
            </p:cNvPr>
            <p:cNvCxnSpPr>
              <a:cxnSpLocks/>
              <a:endCxn id="162" idx="0"/>
            </p:cNvCxnSpPr>
            <p:nvPr/>
          </p:nvCxnSpPr>
          <p:spPr>
            <a:xfrm>
              <a:off x="25517" y="3362889"/>
              <a:ext cx="2650778" cy="338081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8" name="TextBox 177">
            <a:extLst>
              <a:ext uri="{FF2B5EF4-FFF2-40B4-BE49-F238E27FC236}">
                <a16:creationId xmlns:a16="http://schemas.microsoft.com/office/drawing/2014/main" id="{3A9D7334-379A-9CB9-8153-5AFB4AE5E9F6}"/>
              </a:ext>
            </a:extLst>
          </p:cNvPr>
          <p:cNvSpPr txBox="1"/>
          <p:nvPr/>
        </p:nvSpPr>
        <p:spPr>
          <a:xfrm>
            <a:off x="4102917" y="6348591"/>
            <a:ext cx="3971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pc="600" noProof="0" dirty="0">
                <a:latin typeface="Space Grotesk Medium" pitchFamily="2" charset="0"/>
                <a:cs typeface="Space Grotesk Medium" pitchFamily="2" charset="0"/>
              </a:rPr>
              <a:t>Direction Artistique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30EA5B-F5B6-44BA-AB9F-AF9F340E2633}"/>
              </a:ext>
            </a:extLst>
          </p:cNvPr>
          <p:cNvSpPr txBox="1"/>
          <p:nvPr/>
        </p:nvSpPr>
        <p:spPr>
          <a:xfrm>
            <a:off x="2690892" y="2636345"/>
            <a:ext cx="70264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noProof="0" dirty="0">
                <a:latin typeface="Space Grotesk SemiBold" pitchFamily="2" charset="0"/>
                <a:cs typeface="Space Grotesk SemiBold" pitchFamily="2" charset="0"/>
              </a:rPr>
              <a:t>KONESS</a:t>
            </a:r>
          </a:p>
        </p:txBody>
      </p:sp>
    </p:spTree>
    <p:extLst>
      <p:ext uri="{BB962C8B-B14F-4D97-AF65-F5344CB8AC3E}">
        <p14:creationId xmlns:p14="http://schemas.microsoft.com/office/powerpoint/2010/main" val="282338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09501-D061-AD11-271A-6464B7FDC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8F8C457-121F-4DAF-1359-C3D06C126934}"/>
              </a:ext>
            </a:extLst>
          </p:cNvPr>
          <p:cNvSpPr/>
          <p:nvPr/>
        </p:nvSpPr>
        <p:spPr>
          <a:xfrm>
            <a:off x="-627711" y="-126025"/>
            <a:ext cx="13695218" cy="7855528"/>
          </a:xfrm>
          <a:prstGeom prst="rect">
            <a:avLst/>
          </a:prstGeom>
          <a:solidFill>
            <a:srgbClr val="FEFCDF">
              <a:alpha val="1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80E3D8-62B8-713A-6906-E839F1F79629}"/>
              </a:ext>
            </a:extLst>
          </p:cNvPr>
          <p:cNvSpPr txBox="1"/>
          <p:nvPr/>
        </p:nvSpPr>
        <p:spPr>
          <a:xfrm>
            <a:off x="885463" y="4356142"/>
            <a:ext cx="1863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>
                <a:latin typeface="Space Grotesk Medium" pitchFamily="2" charset="0"/>
                <a:cs typeface="Space Grotesk Medium" pitchFamily="2" charset="0"/>
              </a:rPr>
              <a:t>Inspiration visuelle</a:t>
            </a:r>
          </a:p>
          <a:p>
            <a:pPr algn="ctr"/>
            <a:endParaRPr lang="fr-FR" noProof="0" dirty="0">
              <a:latin typeface="Space Grotesk Medium" pitchFamily="2" charset="0"/>
              <a:cs typeface="Space Grotesk Medium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10AB9E-2D3B-A429-E642-966C9EA85B02}"/>
              </a:ext>
            </a:extLst>
          </p:cNvPr>
          <p:cNvSpPr txBox="1"/>
          <p:nvPr/>
        </p:nvSpPr>
        <p:spPr>
          <a:xfrm>
            <a:off x="885463" y="993753"/>
            <a:ext cx="26309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F85602"/>
                </a:solidFill>
                <a:latin typeface="Signika SemiBold" pitchFamily="2" charset="0"/>
                <a:cs typeface="Space Grotesk SemiBold" pitchFamily="2" charset="0"/>
              </a:defRPr>
            </a:lvl1pPr>
          </a:lstStyle>
          <a:p>
            <a:r>
              <a:rPr lang="fr-FR" dirty="0"/>
              <a:t>Contenu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9193A30-51DA-640A-06F4-129E6A12C6C0}"/>
              </a:ext>
            </a:extLst>
          </p:cNvPr>
          <p:cNvSpPr/>
          <p:nvPr/>
        </p:nvSpPr>
        <p:spPr>
          <a:xfrm>
            <a:off x="1817225" y="2882087"/>
            <a:ext cx="8275899" cy="1226926"/>
          </a:xfrm>
          <a:custGeom>
            <a:avLst/>
            <a:gdLst>
              <a:gd name="csX0" fmla="*/ 0 w 8275899"/>
              <a:gd name="csY0" fmla="*/ 1203776 h 1226926"/>
              <a:gd name="csX1" fmla="*/ 1157469 w 8275899"/>
              <a:gd name="csY1" fmla="*/ 9 h 1226926"/>
              <a:gd name="csX2" fmla="*/ 2592729 w 8275899"/>
              <a:gd name="csY2" fmla="*/ 1203776 h 1226926"/>
              <a:gd name="csX3" fmla="*/ 3993266 w 8275899"/>
              <a:gd name="csY3" fmla="*/ 9 h 1226926"/>
              <a:gd name="csX4" fmla="*/ 5509550 w 8275899"/>
              <a:gd name="csY4" fmla="*/ 1226926 h 1226926"/>
              <a:gd name="csX5" fmla="*/ 6991109 w 8275899"/>
              <a:gd name="csY5" fmla="*/ 9 h 1226926"/>
              <a:gd name="csX6" fmla="*/ 8275899 w 8275899"/>
              <a:gd name="csY6" fmla="*/ 1203776 h 1226926"/>
              <a:gd name="csX7" fmla="*/ 8275899 w 8275899"/>
              <a:gd name="csY7" fmla="*/ 1203776 h 12269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8275899" h="1226926">
                <a:moveTo>
                  <a:pt x="0" y="1203776"/>
                </a:moveTo>
                <a:cubicBezTo>
                  <a:pt x="362674" y="601892"/>
                  <a:pt x="725348" y="9"/>
                  <a:pt x="1157469" y="9"/>
                </a:cubicBezTo>
                <a:cubicBezTo>
                  <a:pt x="1589590" y="9"/>
                  <a:pt x="2120096" y="1203776"/>
                  <a:pt x="2592729" y="1203776"/>
                </a:cubicBezTo>
                <a:cubicBezTo>
                  <a:pt x="3065362" y="1203776"/>
                  <a:pt x="3507129" y="-3849"/>
                  <a:pt x="3993266" y="9"/>
                </a:cubicBezTo>
                <a:cubicBezTo>
                  <a:pt x="4479403" y="3867"/>
                  <a:pt x="5009910" y="1226926"/>
                  <a:pt x="5509550" y="1226926"/>
                </a:cubicBezTo>
                <a:cubicBezTo>
                  <a:pt x="6009190" y="1226926"/>
                  <a:pt x="6530051" y="3867"/>
                  <a:pt x="6991109" y="9"/>
                </a:cubicBezTo>
                <a:cubicBezTo>
                  <a:pt x="7452167" y="-3849"/>
                  <a:pt x="8275899" y="1203776"/>
                  <a:pt x="8275899" y="1203776"/>
                </a:cubicBezTo>
                <a:lnTo>
                  <a:pt x="8275899" y="1203776"/>
                </a:lnTo>
              </a:path>
            </a:pathLst>
          </a:custGeom>
          <a:noFill/>
          <a:ln w="38100">
            <a:solidFill>
              <a:srgbClr val="F8560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7FDDE2-DA61-9AFB-0219-204F97D3E51F}"/>
              </a:ext>
            </a:extLst>
          </p:cNvPr>
          <p:cNvSpPr txBox="1"/>
          <p:nvPr/>
        </p:nvSpPr>
        <p:spPr>
          <a:xfrm>
            <a:off x="3443468" y="2666136"/>
            <a:ext cx="1863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>
                <a:latin typeface="Space Grotesk Medium" pitchFamily="2" charset="0"/>
                <a:cs typeface="Space Grotesk Medium" pitchFamily="2" charset="0"/>
              </a:rPr>
              <a:t>Palette de couleurs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1B4348-0E0F-B6E6-5DBB-9C6FFF5B35CF}"/>
              </a:ext>
            </a:extLst>
          </p:cNvPr>
          <p:cNvSpPr txBox="1"/>
          <p:nvPr/>
        </p:nvSpPr>
        <p:spPr>
          <a:xfrm>
            <a:off x="5955174" y="2989301"/>
            <a:ext cx="2656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noProof="0" dirty="0">
                <a:latin typeface="Space Grotesk Medium" pitchFamily="2" charset="0"/>
                <a:cs typeface="Space Grotesk Medium" pitchFamily="2" charset="0"/>
              </a:rPr>
              <a:t>Typographies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F6911A-1EF6-2052-496A-DC1AB02048CC}"/>
              </a:ext>
            </a:extLst>
          </p:cNvPr>
          <p:cNvSpPr txBox="1"/>
          <p:nvPr/>
        </p:nvSpPr>
        <p:spPr>
          <a:xfrm>
            <a:off x="9676436" y="4133216"/>
            <a:ext cx="1863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noProof="0" dirty="0">
                <a:latin typeface="Space Grotesk Medium" pitchFamily="2" charset="0"/>
                <a:cs typeface="Space Grotesk Medium" pitchFamily="2" charset="0"/>
              </a:rPr>
              <a:t>Logos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B6D83F-0163-0145-E117-172FBC0DBC56}"/>
              </a:ext>
            </a:extLst>
          </p:cNvPr>
          <p:cNvSpPr txBox="1"/>
          <p:nvPr/>
        </p:nvSpPr>
        <p:spPr>
          <a:xfrm>
            <a:off x="885463" y="4995928"/>
            <a:ext cx="1863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>
                <a:latin typeface="Space Grotesk Medium" pitchFamily="2" charset="0"/>
                <a:cs typeface="Space Grotesk Medium" pitchFamily="2" charset="0"/>
              </a:rPr>
              <a:t>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94D858D-9E3D-9F56-AF8A-7152F8631B4A}"/>
              </a:ext>
            </a:extLst>
          </p:cNvPr>
          <p:cNvSpPr txBox="1"/>
          <p:nvPr/>
        </p:nvSpPr>
        <p:spPr>
          <a:xfrm>
            <a:off x="3362445" y="2300431"/>
            <a:ext cx="1863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>
                <a:latin typeface="Space Grotesk Medium" pitchFamily="2" charset="0"/>
                <a:cs typeface="Space Grotesk Medium" pitchFamily="2" charset="0"/>
              </a:rPr>
              <a:t>02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20B251-B341-B37B-FE08-14F795F40DFB}"/>
              </a:ext>
            </a:extLst>
          </p:cNvPr>
          <p:cNvSpPr txBox="1"/>
          <p:nvPr/>
        </p:nvSpPr>
        <p:spPr>
          <a:xfrm>
            <a:off x="6351606" y="3322996"/>
            <a:ext cx="1863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>
                <a:latin typeface="Space Grotesk Medium" pitchFamily="2" charset="0"/>
                <a:cs typeface="Space Grotesk Medium" pitchFamily="2" charset="0"/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0EDC13-3DDB-3CD4-7141-19F898DE455B}"/>
              </a:ext>
            </a:extLst>
          </p:cNvPr>
          <p:cNvSpPr txBox="1"/>
          <p:nvPr/>
        </p:nvSpPr>
        <p:spPr>
          <a:xfrm>
            <a:off x="9676436" y="3802144"/>
            <a:ext cx="1863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>
                <a:latin typeface="Space Grotesk Medium" pitchFamily="2" charset="0"/>
                <a:cs typeface="Space Grotesk Medium" pitchFamily="2" charset="0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EF61F0-0039-2BB6-9814-237BC9483C45}"/>
              </a:ext>
            </a:extLst>
          </p:cNvPr>
          <p:cNvSpPr txBox="1"/>
          <p:nvPr/>
        </p:nvSpPr>
        <p:spPr>
          <a:xfrm>
            <a:off x="8861297" y="375134"/>
            <a:ext cx="270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>
                <a:latin typeface="Space Grotesk Medium" pitchFamily="2" charset="0"/>
                <a:cs typeface="Space Grotesk Medium" pitchFamily="2" charset="0"/>
              </a:rPr>
              <a:t>By Omar NGAPOUT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975A79-97A1-D118-AA64-8939194F0297}"/>
              </a:ext>
            </a:extLst>
          </p:cNvPr>
          <p:cNvSpPr txBox="1"/>
          <p:nvPr/>
        </p:nvSpPr>
        <p:spPr>
          <a:xfrm>
            <a:off x="7870785" y="5503759"/>
            <a:ext cx="32235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0" u="none" strike="noStrike" noProof="0" dirty="0">
                <a:effectLst/>
                <a:latin typeface="Lora" pitchFamily="2" charset="0"/>
                <a:ea typeface="Ebrima" panose="02000000000000000000" pitchFamily="2" charset="0"/>
                <a:cs typeface="Ebrima" panose="02000000000000000000" pitchFamily="2" charset="0"/>
              </a:rPr>
              <a:t>Le branding est bien plus qu'une simple esthétique. C'est l'alchimie qui transforme une entreprise en une marque mémorable à travers quatre piliers fondamentaux. </a:t>
            </a:r>
            <a:endParaRPr lang="fr-FR" sz="1200" noProof="0" dirty="0"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9460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DEC58-6A06-39FE-BC69-4C5CBC68F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43AE46-574F-2051-E997-3DE95DA0AFF4}"/>
              </a:ext>
            </a:extLst>
          </p:cNvPr>
          <p:cNvSpPr txBox="1"/>
          <p:nvPr/>
        </p:nvSpPr>
        <p:spPr>
          <a:xfrm>
            <a:off x="4718003" y="2837752"/>
            <a:ext cx="2630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latin typeface="Space Grotesk SemiBold" pitchFamily="2" charset="0"/>
                <a:cs typeface="Space Grotesk SemiBold" pitchFamily="2" charset="0"/>
              </a:rPr>
              <a:t>Odoo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336FCE-DA5A-228B-EBD9-001D5F0DA139}"/>
              </a:ext>
            </a:extLst>
          </p:cNvPr>
          <p:cNvSpPr txBox="1"/>
          <p:nvPr/>
        </p:nvSpPr>
        <p:spPr>
          <a:xfrm>
            <a:off x="8166588" y="2837752"/>
            <a:ext cx="2630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latin typeface="Space Grotesk SemiBold" pitchFamily="2" charset="0"/>
                <a:cs typeface="Space Grotesk SemiBold" pitchFamily="2" charset="0"/>
              </a:rPr>
              <a:t>Adobe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7EAC7F-2843-48E4-7A0E-3FD2079C27DA}"/>
              </a:ext>
            </a:extLst>
          </p:cNvPr>
          <p:cNvSpPr txBox="1"/>
          <p:nvPr/>
        </p:nvSpPr>
        <p:spPr>
          <a:xfrm>
            <a:off x="922421" y="2837752"/>
            <a:ext cx="2630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Space Grotesk SemiBold" pitchFamily="2" charset="0"/>
                <a:cs typeface="Space Grotesk SemiBold" pitchFamily="2" charset="0"/>
              </a:rPr>
              <a:t>Microsoft</a:t>
            </a:r>
            <a:endParaRPr lang="fr-FR" noProof="0" dirty="0">
              <a:latin typeface="Space Grotesk SemiBold" pitchFamily="2" charset="0"/>
              <a:cs typeface="Space Grotesk SemiBold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F1CCE-F673-44BB-5F5F-E9C9ECBB9984}"/>
              </a:ext>
            </a:extLst>
          </p:cNvPr>
          <p:cNvSpPr txBox="1"/>
          <p:nvPr/>
        </p:nvSpPr>
        <p:spPr>
          <a:xfrm>
            <a:off x="885463" y="812328"/>
            <a:ext cx="4612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noProof="0" dirty="0">
                <a:solidFill>
                  <a:srgbClr val="F85602"/>
                </a:solidFill>
                <a:latin typeface="Signika SemiBold" pitchFamily="2" charset="0"/>
                <a:cs typeface="Space Grotesk SemiBold" pitchFamily="2" charset="0"/>
              </a:rPr>
              <a:t>01. Inspiration Visuelle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4CDCD3D-2274-31BC-1267-41EC9D84A2C2}"/>
              </a:ext>
            </a:extLst>
          </p:cNvPr>
          <p:cNvGrpSpPr/>
          <p:nvPr/>
        </p:nvGrpSpPr>
        <p:grpSpPr>
          <a:xfrm rot="16200000">
            <a:off x="7514396" y="3795948"/>
            <a:ext cx="2904895" cy="6857322"/>
            <a:chOff x="-114300" y="-10391"/>
            <a:chExt cx="2904895" cy="685732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DCF63D1-6C26-8B17-BFB0-4D9CF9545D9E}"/>
                </a:ext>
              </a:extLst>
            </p:cNvPr>
            <p:cNvSpPr/>
            <p:nvPr/>
          </p:nvSpPr>
          <p:spPr>
            <a:xfrm>
              <a:off x="-114300" y="1039091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C0B9DE7-97EC-8307-8EFF-7961A3A6542E}"/>
                </a:ext>
              </a:extLst>
            </p:cNvPr>
            <p:cNvSpPr/>
            <p:nvPr/>
          </p:nvSpPr>
          <p:spPr>
            <a:xfrm>
              <a:off x="-114300" y="3200400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64A9126-C277-CADC-A0A8-9B2F02EAA8B6}"/>
                </a:ext>
              </a:extLst>
            </p:cNvPr>
            <p:cNvSpPr/>
            <p:nvPr/>
          </p:nvSpPr>
          <p:spPr>
            <a:xfrm>
              <a:off x="-114300" y="5621414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5B297FE-7B8C-E633-4396-61743EBE12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-10391"/>
              <a:ext cx="2790595" cy="115339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1592AE9-4AC1-CAE2-AC95-0CEC65F14A88}"/>
                </a:ext>
              </a:extLst>
            </p:cNvPr>
            <p:cNvCxnSpPr>
              <a:cxnSpLocks/>
            </p:cNvCxnSpPr>
            <p:nvPr/>
          </p:nvCxnSpPr>
          <p:spPr>
            <a:xfrm>
              <a:off x="47950" y="1171506"/>
              <a:ext cx="2676295" cy="114903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987B4CE-424D-28D8-2C7A-1A961C6F878B}"/>
                </a:ext>
              </a:extLst>
            </p:cNvPr>
            <p:cNvCxnSpPr>
              <a:cxnSpLocks/>
            </p:cNvCxnSpPr>
            <p:nvPr/>
          </p:nvCxnSpPr>
          <p:spPr>
            <a:xfrm>
              <a:off x="63537" y="3363921"/>
              <a:ext cx="2676295" cy="114903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8565D2D-2F4E-DBFE-3E44-02F5681B94D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97892"/>
              <a:ext cx="2676295" cy="114903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7154210-C2E3-D318-904C-D83EEAEF3E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62349" y="2305444"/>
              <a:ext cx="2790595" cy="115339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CA1EEA9-C63B-C5CC-1290-43F6AA8F497D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 flipV="1">
              <a:off x="114300" y="4501180"/>
              <a:ext cx="2676295" cy="1234534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2CD43C1-6152-4063-C3BF-8EF87EFACDFF}"/>
                </a:ext>
              </a:extLst>
            </p:cNvPr>
            <p:cNvCxnSpPr>
              <a:cxnSpLocks/>
            </p:cNvCxnSpPr>
            <p:nvPr/>
          </p:nvCxnSpPr>
          <p:spPr>
            <a:xfrm>
              <a:off x="-31901" y="1063119"/>
              <a:ext cx="2790595" cy="346208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4059164-2917-D296-58CE-72243A96A55A}"/>
                </a:ext>
              </a:extLst>
            </p:cNvPr>
            <p:cNvCxnSpPr>
              <a:cxnSpLocks/>
            </p:cNvCxnSpPr>
            <p:nvPr/>
          </p:nvCxnSpPr>
          <p:spPr>
            <a:xfrm>
              <a:off x="-43021" y="1151339"/>
              <a:ext cx="2719316" cy="559236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752247E-533E-0958-E8F1-37D7978391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81" y="7312"/>
              <a:ext cx="2749033" cy="333174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15E078B-914F-14FE-56CA-A6BFCDC364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74193" y="2313431"/>
              <a:ext cx="2781662" cy="3536583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788C021-822C-A624-64CC-886C71D03B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59" y="-2079"/>
              <a:ext cx="2701813" cy="567711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7528B56-F4C8-396C-F66D-2AAFE1522D57}"/>
                </a:ext>
              </a:extLst>
            </p:cNvPr>
            <p:cNvCxnSpPr>
              <a:cxnSpLocks/>
            </p:cNvCxnSpPr>
            <p:nvPr/>
          </p:nvCxnSpPr>
          <p:spPr>
            <a:xfrm>
              <a:off x="25517" y="3362889"/>
              <a:ext cx="2650778" cy="338081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96814A8D-6F30-38A7-59D8-2D8009486D3A}"/>
              </a:ext>
            </a:extLst>
          </p:cNvPr>
          <p:cNvSpPr/>
          <p:nvPr/>
        </p:nvSpPr>
        <p:spPr>
          <a:xfrm rot="10800000">
            <a:off x="3921102" y="2914864"/>
            <a:ext cx="228600" cy="228600"/>
          </a:xfrm>
          <a:prstGeom prst="rect">
            <a:avLst/>
          </a:prstGeom>
          <a:solidFill>
            <a:srgbClr val="F856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3DF971F-0DFA-D692-442C-E68BB0C73D64}"/>
              </a:ext>
            </a:extLst>
          </p:cNvPr>
          <p:cNvSpPr/>
          <p:nvPr/>
        </p:nvSpPr>
        <p:spPr>
          <a:xfrm rot="10800000">
            <a:off x="7546236" y="2914864"/>
            <a:ext cx="228600" cy="228600"/>
          </a:xfrm>
          <a:prstGeom prst="rect">
            <a:avLst/>
          </a:prstGeom>
          <a:solidFill>
            <a:srgbClr val="F856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77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D88CB-573E-4DC3-467F-590EA7060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6D4E8B-48F9-8996-31A0-61A8B11D6FFF}"/>
              </a:ext>
            </a:extLst>
          </p:cNvPr>
          <p:cNvSpPr txBox="1"/>
          <p:nvPr/>
        </p:nvSpPr>
        <p:spPr>
          <a:xfrm>
            <a:off x="981668" y="1936049"/>
            <a:ext cx="1678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Principale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73A906-492C-3B7F-AC78-11D402F367DD}"/>
              </a:ext>
            </a:extLst>
          </p:cNvPr>
          <p:cNvSpPr txBox="1"/>
          <p:nvPr/>
        </p:nvSpPr>
        <p:spPr>
          <a:xfrm>
            <a:off x="5047712" y="2153576"/>
            <a:ext cx="1820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noProof="0" dirty="0"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#000000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6B59F3-039A-3C1D-D57E-ADCF063A6ACA}"/>
              </a:ext>
            </a:extLst>
          </p:cNvPr>
          <p:cNvSpPr txBox="1"/>
          <p:nvPr/>
        </p:nvSpPr>
        <p:spPr>
          <a:xfrm>
            <a:off x="5047712" y="1859471"/>
            <a:ext cx="1543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Secondaire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9B16F44-6D89-E162-ADA2-E5B19C738F5C}"/>
              </a:ext>
            </a:extLst>
          </p:cNvPr>
          <p:cNvGrpSpPr/>
          <p:nvPr/>
        </p:nvGrpSpPr>
        <p:grpSpPr>
          <a:xfrm>
            <a:off x="6591035" y="1810608"/>
            <a:ext cx="1813562" cy="677657"/>
            <a:chOff x="2524991" y="4304137"/>
            <a:chExt cx="1813562" cy="677657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584EAC4-FB06-9F0F-A38C-182CC76D77B6}"/>
                </a:ext>
              </a:extLst>
            </p:cNvPr>
            <p:cNvSpPr/>
            <p:nvPr/>
          </p:nvSpPr>
          <p:spPr>
            <a:xfrm>
              <a:off x="2524991" y="4304137"/>
              <a:ext cx="1641764" cy="677657"/>
            </a:xfrm>
            <a:prstGeom prst="roundRect">
              <a:avLst>
                <a:gd name="adj" fmla="val 17867"/>
              </a:avLst>
            </a:prstGeom>
            <a:solidFill>
              <a:srgbClr val="FEBF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3773EA0-1041-3492-E12F-D27F3276B901}"/>
                </a:ext>
              </a:extLst>
            </p:cNvPr>
            <p:cNvSpPr txBox="1"/>
            <p:nvPr/>
          </p:nvSpPr>
          <p:spPr>
            <a:xfrm>
              <a:off x="2968229" y="4422016"/>
              <a:ext cx="1370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b="1">
                  <a:latin typeface="Urbanist" panose="020B0A04040200000203" pitchFamily="34" charset="0"/>
                  <a:ea typeface="Urbanist" panose="020B0A04040200000203" pitchFamily="34" charset="0"/>
                  <a:cs typeface="Urbanist" panose="020B0A04040200000203" pitchFamily="34" charset="0"/>
                </a:defRPr>
              </a:lvl1pPr>
            </a:lstStyle>
            <a:p>
              <a:r>
                <a:rPr lang="fr-FR" dirty="0"/>
                <a:t>Black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199889F-3A7B-B0A5-6CCB-B525D17A8325}"/>
              </a:ext>
            </a:extLst>
          </p:cNvPr>
          <p:cNvGrpSpPr/>
          <p:nvPr/>
        </p:nvGrpSpPr>
        <p:grpSpPr>
          <a:xfrm rot="16200000">
            <a:off x="7794951" y="2746119"/>
            <a:ext cx="2904895" cy="6857322"/>
            <a:chOff x="-114300" y="-10391"/>
            <a:chExt cx="2904895" cy="685732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9DE5B11-D111-9F9F-C473-0B87172C8FD9}"/>
                </a:ext>
              </a:extLst>
            </p:cNvPr>
            <p:cNvSpPr/>
            <p:nvPr/>
          </p:nvSpPr>
          <p:spPr>
            <a:xfrm>
              <a:off x="-114300" y="1039091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A8CFFEA-2627-F117-4951-ABB74A86F471}"/>
                </a:ext>
              </a:extLst>
            </p:cNvPr>
            <p:cNvSpPr/>
            <p:nvPr/>
          </p:nvSpPr>
          <p:spPr>
            <a:xfrm>
              <a:off x="-114300" y="3200400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1D9D1C0-852F-D07C-DDCF-A8E3C657C04E}"/>
                </a:ext>
              </a:extLst>
            </p:cNvPr>
            <p:cNvSpPr/>
            <p:nvPr/>
          </p:nvSpPr>
          <p:spPr>
            <a:xfrm>
              <a:off x="-114300" y="5621414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DB5E07A-7617-A8D9-DE8C-3823959ADF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-10391"/>
              <a:ext cx="2790595" cy="115339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0540C21-2B4F-D478-2FAE-E90C376AB0ED}"/>
                </a:ext>
              </a:extLst>
            </p:cNvPr>
            <p:cNvCxnSpPr>
              <a:cxnSpLocks/>
            </p:cNvCxnSpPr>
            <p:nvPr/>
          </p:nvCxnSpPr>
          <p:spPr>
            <a:xfrm>
              <a:off x="47950" y="1171506"/>
              <a:ext cx="2676295" cy="114903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3BC12F50-565D-4981-4F29-7C690FA31D63}"/>
                </a:ext>
              </a:extLst>
            </p:cNvPr>
            <p:cNvCxnSpPr>
              <a:cxnSpLocks/>
            </p:cNvCxnSpPr>
            <p:nvPr/>
          </p:nvCxnSpPr>
          <p:spPr>
            <a:xfrm>
              <a:off x="63537" y="3363921"/>
              <a:ext cx="2676295" cy="114903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F17F917-345B-4882-FDB7-9DA9593E22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97892"/>
              <a:ext cx="2676295" cy="114903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F194A48-6771-2C5A-E128-384BE3ED12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62349" y="2305444"/>
              <a:ext cx="2790595" cy="115339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B6300F2-7DFA-3EDA-1FB4-D007D8C16DEA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 flipV="1">
              <a:off x="114300" y="4501180"/>
              <a:ext cx="2676295" cy="1234534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5306A73-3703-A28E-6443-44DCE2DECF93}"/>
                </a:ext>
              </a:extLst>
            </p:cNvPr>
            <p:cNvCxnSpPr>
              <a:cxnSpLocks/>
            </p:cNvCxnSpPr>
            <p:nvPr/>
          </p:nvCxnSpPr>
          <p:spPr>
            <a:xfrm>
              <a:off x="-31901" y="1063119"/>
              <a:ext cx="2790595" cy="346208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4FDC469-7A77-844C-76E6-6AAAEAD1F69F}"/>
                </a:ext>
              </a:extLst>
            </p:cNvPr>
            <p:cNvCxnSpPr>
              <a:cxnSpLocks/>
            </p:cNvCxnSpPr>
            <p:nvPr/>
          </p:nvCxnSpPr>
          <p:spPr>
            <a:xfrm>
              <a:off x="-43021" y="1151339"/>
              <a:ext cx="2719316" cy="559236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B0C7087-4EF3-8547-ADFA-B4FAF9FD2D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81" y="7312"/>
              <a:ext cx="2749033" cy="333174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9E49035-1B18-0D35-F6C0-51E3463F6E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74193" y="2313431"/>
              <a:ext cx="2781662" cy="3536583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6280C66-C0F1-4A40-4BF6-62BAEA21B5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59" y="-2079"/>
              <a:ext cx="2701813" cy="567711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35701C5-B567-8506-4F24-F5A26CD30366}"/>
                </a:ext>
              </a:extLst>
            </p:cNvPr>
            <p:cNvCxnSpPr>
              <a:cxnSpLocks/>
            </p:cNvCxnSpPr>
            <p:nvPr/>
          </p:nvCxnSpPr>
          <p:spPr>
            <a:xfrm>
              <a:off x="25517" y="3362889"/>
              <a:ext cx="2650778" cy="338081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4ECA0F9-66BE-5A0D-C518-597A88BA0AB6}"/>
              </a:ext>
            </a:extLst>
          </p:cNvPr>
          <p:cNvSpPr txBox="1"/>
          <p:nvPr/>
        </p:nvSpPr>
        <p:spPr>
          <a:xfrm>
            <a:off x="981668" y="564094"/>
            <a:ext cx="5026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F85602"/>
                </a:solidFill>
                <a:latin typeface="Signika SemiBold" pitchFamily="2" charset="0"/>
                <a:cs typeface="Space Grotesk SemiBold" pitchFamily="2" charset="0"/>
              </a:defRPr>
            </a:lvl1pPr>
          </a:lstStyle>
          <a:p>
            <a:r>
              <a:rPr lang="fr-FR" dirty="0"/>
              <a:t>02. Palette de couleurs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FC7BD02-C652-E731-A3B1-EB6375F89CE1}"/>
              </a:ext>
            </a:extLst>
          </p:cNvPr>
          <p:cNvGrpSpPr/>
          <p:nvPr/>
        </p:nvGrpSpPr>
        <p:grpSpPr>
          <a:xfrm>
            <a:off x="2524991" y="1810608"/>
            <a:ext cx="1678405" cy="677657"/>
            <a:chOff x="2524991" y="4304137"/>
            <a:chExt cx="1678405" cy="67765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CA52C50-EA96-41C6-F1AD-B18453BD4AEF}"/>
                </a:ext>
              </a:extLst>
            </p:cNvPr>
            <p:cNvSpPr/>
            <p:nvPr/>
          </p:nvSpPr>
          <p:spPr>
            <a:xfrm>
              <a:off x="2524991" y="4304137"/>
              <a:ext cx="1641764" cy="677657"/>
            </a:xfrm>
            <a:prstGeom prst="roundRect">
              <a:avLst>
                <a:gd name="adj" fmla="val 17867"/>
              </a:avLst>
            </a:prstGeom>
            <a:solidFill>
              <a:srgbClr val="F856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0A731FD-5791-EB6F-9420-1DB95188191A}"/>
                </a:ext>
              </a:extLst>
            </p:cNvPr>
            <p:cNvSpPr txBox="1"/>
            <p:nvPr/>
          </p:nvSpPr>
          <p:spPr>
            <a:xfrm>
              <a:off x="2833072" y="4429578"/>
              <a:ext cx="1370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>
                  <a:latin typeface="Urbanist" panose="020B0A04040200000203" pitchFamily="34" charset="0"/>
                  <a:ea typeface="Urbanist" panose="020B0A04040200000203" pitchFamily="34" charset="0"/>
                  <a:cs typeface="Urbanist" panose="020B0A04040200000203" pitchFamily="34" charset="0"/>
                </a:defRPr>
              </a:lvl1pPr>
            </a:lstStyle>
            <a:p>
              <a:r>
                <a:rPr lang="fr-FR" b="1" dirty="0"/>
                <a:t>Orange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A76698C-B6BC-E96D-2E71-2701697E681C}"/>
              </a:ext>
            </a:extLst>
          </p:cNvPr>
          <p:cNvSpPr txBox="1"/>
          <p:nvPr/>
        </p:nvSpPr>
        <p:spPr>
          <a:xfrm>
            <a:off x="981668" y="2239479"/>
            <a:ext cx="1820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noProof="0" dirty="0"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#</a:t>
            </a:r>
            <a:r>
              <a:rPr lang="fr-FR" dirty="0"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F85602</a:t>
            </a:r>
            <a:endParaRPr lang="fr-FR" noProof="0" dirty="0"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262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15496-993F-936F-5C9A-977E1063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ABA012-208C-1FB7-6CEB-94634ABE3380}"/>
              </a:ext>
            </a:extLst>
          </p:cNvPr>
          <p:cNvSpPr txBox="1"/>
          <p:nvPr/>
        </p:nvSpPr>
        <p:spPr>
          <a:xfrm>
            <a:off x="885462" y="1726625"/>
            <a:ext cx="36094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noProof="0" dirty="0">
                <a:latin typeface="Signika SemiBold" pitchFamily="2" charset="0"/>
                <a:cs typeface="Space Grotesk Medium" pitchFamily="2" charset="0"/>
              </a:rPr>
              <a:t>Titres principaux</a:t>
            </a:r>
            <a:r>
              <a:rPr lang="fr-FR" noProof="0" dirty="0">
                <a:latin typeface="Signika SemiBold" pitchFamily="2" charset="0"/>
                <a:cs typeface="Space Grotesk Medium" pitchFamily="2" charset="0"/>
              </a:rPr>
              <a:t> </a:t>
            </a:r>
          </a:p>
          <a:p>
            <a:r>
              <a:rPr lang="fr-FR" dirty="0" err="1">
                <a:latin typeface="Inter Light" panose="02000503000000020004" pitchFamily="2" charset="0"/>
                <a:ea typeface="Inter Light" panose="02000503000000020004" pitchFamily="2" charset="0"/>
              </a:rPr>
              <a:t>Signika</a:t>
            </a:r>
            <a:endParaRPr lang="fr-FR" dirty="0">
              <a:latin typeface="Inter Light" panose="02000503000000020004" pitchFamily="2" charset="0"/>
              <a:ea typeface="Inter Light" panose="02000503000000020004" pitchFamily="2" charset="0"/>
            </a:endParaRPr>
          </a:p>
          <a:p>
            <a:endParaRPr lang="fr-FR" b="1" noProof="0" dirty="0"/>
          </a:p>
          <a:p>
            <a:r>
              <a:rPr lang="fr-FR" b="1" dirty="0">
                <a:latin typeface="Signika" pitchFamily="2" charset="0"/>
                <a:cs typeface="Space Grotesk Medium" pitchFamily="2" charset="0"/>
              </a:rPr>
              <a:t>Sous-titres </a:t>
            </a:r>
          </a:p>
          <a:p>
            <a:r>
              <a:rPr lang="fr-FR" dirty="0" err="1">
                <a:latin typeface="Inter Light" panose="02000503000000020004" pitchFamily="2" charset="0"/>
                <a:ea typeface="Inter Light" panose="02000503000000020004" pitchFamily="2" charset="0"/>
              </a:rPr>
              <a:t>Urbanist</a:t>
            </a:r>
            <a:endParaRPr lang="fr-FR" noProof="0" dirty="0">
              <a:latin typeface="Inter Light" panose="02000503000000020004" pitchFamily="2" charset="0"/>
              <a:ea typeface="Inter Light" panose="02000503000000020004" pitchFamily="2" charset="0"/>
            </a:endParaRPr>
          </a:p>
          <a:p>
            <a:endParaRPr lang="fr-FR" b="1" noProof="0" dirty="0"/>
          </a:p>
          <a:p>
            <a:r>
              <a:rPr lang="fr-FR" b="1" noProof="0" dirty="0">
                <a:latin typeface="Signika" pitchFamily="2" charset="0"/>
                <a:cs typeface="Space Grotesk Medium" pitchFamily="2" charset="0"/>
              </a:rPr>
              <a:t>Corps courant </a:t>
            </a:r>
          </a:p>
          <a:p>
            <a:r>
              <a:rPr lang="fr-FR" dirty="0" err="1">
                <a:latin typeface="Inter Light" panose="02000503000000020004" pitchFamily="2" charset="0"/>
                <a:ea typeface="Inter Light" panose="02000503000000020004" pitchFamily="2" charset="0"/>
              </a:rPr>
              <a:t>Urbanist</a:t>
            </a:r>
            <a:endParaRPr lang="fr-FR" dirty="0">
              <a:latin typeface="Inter Light" panose="02000503000000020004" pitchFamily="2" charset="0"/>
              <a:ea typeface="Inter Light" panose="020005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F094F5-4EAA-DCC2-26B8-420F13171FB1}"/>
              </a:ext>
            </a:extLst>
          </p:cNvPr>
          <p:cNvSpPr txBox="1"/>
          <p:nvPr/>
        </p:nvSpPr>
        <p:spPr>
          <a:xfrm>
            <a:off x="6748621" y="5210586"/>
            <a:ext cx="45462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i="1" noProof="0" dirty="0"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Les 3 polices sont disponibles gratuitement sur </a:t>
            </a:r>
            <a:r>
              <a:rPr lang="fr-FR" sz="1200" b="1" i="1" noProof="0" dirty="0"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Google Fonts</a:t>
            </a:r>
            <a:r>
              <a:rPr lang="fr-FR" sz="1200" i="1" noProof="0" dirty="0"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EB135E-F520-B027-6ABF-13D833B63D4F}"/>
              </a:ext>
            </a:extLst>
          </p:cNvPr>
          <p:cNvSpPr txBox="1"/>
          <p:nvPr/>
        </p:nvSpPr>
        <p:spPr>
          <a:xfrm>
            <a:off x="885462" y="812328"/>
            <a:ext cx="5026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F85602"/>
                </a:solidFill>
                <a:latin typeface="Signika SemiBold" pitchFamily="2" charset="0"/>
                <a:cs typeface="Space Grotesk SemiBold" pitchFamily="2" charset="0"/>
              </a:defRPr>
            </a:lvl1pPr>
          </a:lstStyle>
          <a:p>
            <a:r>
              <a:rPr lang="fr-FR" dirty="0"/>
              <a:t>03. Typographie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A1770B-6025-D06D-632D-EB7BA3F46699}"/>
              </a:ext>
            </a:extLst>
          </p:cNvPr>
          <p:cNvSpPr txBox="1"/>
          <p:nvPr/>
        </p:nvSpPr>
        <p:spPr>
          <a:xfrm>
            <a:off x="6748622" y="1726625"/>
            <a:ext cx="4255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fr-FR" sz="3600" b="1" noProof="0" dirty="0">
                <a:latin typeface="Signika SemiBold" pitchFamily="2" charset="0"/>
                <a:ea typeface="Inter Light" panose="02000503000000020004" pitchFamily="2" charset="0"/>
                <a:cs typeface="Space Grotesk SemiBold" pitchFamily="2" charset="0"/>
              </a:rPr>
              <a:t>Aa Bb Cc</a:t>
            </a:r>
            <a:endParaRPr lang="fr-FR" sz="3600" noProof="0" dirty="0">
              <a:latin typeface="Signika SemiBold" pitchFamily="2" charset="0"/>
              <a:ea typeface="Inter Light" panose="02000503000000020004" pitchFamily="2" charset="0"/>
              <a:cs typeface="Space Grotesk SemiBold" pitchFamily="2" charset="0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DE2BEB3-04CD-D99F-4D3B-7833FFA8396A}"/>
              </a:ext>
            </a:extLst>
          </p:cNvPr>
          <p:cNvSpPr/>
          <p:nvPr/>
        </p:nvSpPr>
        <p:spPr>
          <a:xfrm>
            <a:off x="6066690" y="4301836"/>
            <a:ext cx="645838" cy="1066415"/>
          </a:xfrm>
          <a:custGeom>
            <a:avLst/>
            <a:gdLst>
              <a:gd name="csX0" fmla="*/ 604274 w 645838"/>
              <a:gd name="csY0" fmla="*/ 0 h 1066415"/>
              <a:gd name="csX1" fmla="*/ 126292 w 645838"/>
              <a:gd name="csY1" fmla="*/ 135082 h 1066415"/>
              <a:gd name="csX2" fmla="*/ 282156 w 645838"/>
              <a:gd name="csY2" fmla="*/ 623455 h 1066415"/>
              <a:gd name="csX3" fmla="*/ 541929 w 645838"/>
              <a:gd name="csY3" fmla="*/ 488373 h 1066415"/>
              <a:gd name="csX4" fmla="*/ 32774 w 645838"/>
              <a:gd name="csY4" fmla="*/ 519546 h 1066415"/>
              <a:gd name="csX5" fmla="*/ 115902 w 645838"/>
              <a:gd name="csY5" fmla="*/ 1028700 h 1066415"/>
              <a:gd name="csX6" fmla="*/ 645838 w 645838"/>
              <a:gd name="csY6" fmla="*/ 1028700 h 1066415"/>
              <a:gd name="csX7" fmla="*/ 645838 w 645838"/>
              <a:gd name="csY7" fmla="*/ 1028700 h 10664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45838" h="1066415">
                <a:moveTo>
                  <a:pt x="604274" y="0"/>
                </a:moveTo>
                <a:cubicBezTo>
                  <a:pt x="392126" y="15586"/>
                  <a:pt x="179978" y="31173"/>
                  <a:pt x="126292" y="135082"/>
                </a:cubicBezTo>
                <a:cubicBezTo>
                  <a:pt x="72606" y="238991"/>
                  <a:pt x="212883" y="564573"/>
                  <a:pt x="282156" y="623455"/>
                </a:cubicBezTo>
                <a:cubicBezTo>
                  <a:pt x="351429" y="682337"/>
                  <a:pt x="583493" y="505691"/>
                  <a:pt x="541929" y="488373"/>
                </a:cubicBezTo>
                <a:cubicBezTo>
                  <a:pt x="500365" y="471055"/>
                  <a:pt x="103778" y="429492"/>
                  <a:pt x="32774" y="519546"/>
                </a:cubicBezTo>
                <a:cubicBezTo>
                  <a:pt x="-38230" y="609600"/>
                  <a:pt x="13725" y="943841"/>
                  <a:pt x="115902" y="1028700"/>
                </a:cubicBezTo>
                <a:cubicBezTo>
                  <a:pt x="218079" y="1113559"/>
                  <a:pt x="645838" y="1028700"/>
                  <a:pt x="645838" y="1028700"/>
                </a:cubicBezTo>
                <a:lnTo>
                  <a:pt x="645838" y="1028700"/>
                </a:lnTo>
              </a:path>
            </a:pathLst>
          </a:custGeom>
          <a:noFill/>
          <a:ln w="19050">
            <a:solidFill>
              <a:srgbClr val="FDF7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52515678-33F9-42FF-EDD9-347C311EAB2B}"/>
              </a:ext>
            </a:extLst>
          </p:cNvPr>
          <p:cNvSpPr/>
          <p:nvPr/>
        </p:nvSpPr>
        <p:spPr>
          <a:xfrm rot="5400000">
            <a:off x="6554793" y="5228043"/>
            <a:ext cx="253122" cy="218209"/>
          </a:xfrm>
          <a:prstGeom prst="triangle">
            <a:avLst/>
          </a:prstGeom>
          <a:solidFill>
            <a:srgbClr val="FDF770"/>
          </a:solidFill>
          <a:ln>
            <a:solidFill>
              <a:srgbClr val="FDF7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BA7E11-0D9B-2C36-04B5-FCCDC4BD0810}"/>
              </a:ext>
            </a:extLst>
          </p:cNvPr>
          <p:cNvGrpSpPr/>
          <p:nvPr/>
        </p:nvGrpSpPr>
        <p:grpSpPr>
          <a:xfrm rot="16200000">
            <a:off x="1779803" y="3808534"/>
            <a:ext cx="2904895" cy="6754091"/>
            <a:chOff x="-114300" y="-10391"/>
            <a:chExt cx="2904895" cy="675409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573E33B-217D-DA54-CA74-F0F38EE2423E}"/>
                </a:ext>
              </a:extLst>
            </p:cNvPr>
            <p:cNvSpPr/>
            <p:nvPr/>
          </p:nvSpPr>
          <p:spPr>
            <a:xfrm>
              <a:off x="-114300" y="1039091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F4F110-86EA-7CF2-CB19-DF0F667ACE40}"/>
                </a:ext>
              </a:extLst>
            </p:cNvPr>
            <p:cNvSpPr/>
            <p:nvPr/>
          </p:nvSpPr>
          <p:spPr>
            <a:xfrm>
              <a:off x="-114300" y="3200400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2837B71-2775-29BC-CFC5-EE34DD01D4BE}"/>
                </a:ext>
              </a:extLst>
            </p:cNvPr>
            <p:cNvSpPr/>
            <p:nvPr/>
          </p:nvSpPr>
          <p:spPr>
            <a:xfrm>
              <a:off x="-114300" y="5621414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AAFE77F-A97E-A288-794C-F06B932626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-10391"/>
              <a:ext cx="2790595" cy="115339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0C2EAB-0B83-5A08-2B49-A8573753B774}"/>
                </a:ext>
              </a:extLst>
            </p:cNvPr>
            <p:cNvCxnSpPr>
              <a:cxnSpLocks/>
            </p:cNvCxnSpPr>
            <p:nvPr/>
          </p:nvCxnSpPr>
          <p:spPr>
            <a:xfrm>
              <a:off x="47950" y="1171506"/>
              <a:ext cx="2676295" cy="114903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CDCEEC8-EEC9-1568-6143-9DEDD299E642}"/>
                </a:ext>
              </a:extLst>
            </p:cNvPr>
            <p:cNvCxnSpPr>
              <a:cxnSpLocks/>
            </p:cNvCxnSpPr>
            <p:nvPr/>
          </p:nvCxnSpPr>
          <p:spPr>
            <a:xfrm>
              <a:off x="63537" y="3363921"/>
              <a:ext cx="2676295" cy="114903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3888204-FA5D-BFFC-BE49-2D303E697CC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22159" y="4875733"/>
              <a:ext cx="1031977" cy="2676297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F57336C-9282-27C0-A8AA-CEB00A87E2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62349" y="2305444"/>
              <a:ext cx="2790595" cy="115339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3D07043-D920-1C22-547C-30CA64B28F25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 flipV="1">
              <a:off x="114300" y="4501180"/>
              <a:ext cx="2676295" cy="1234534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CBF48CB-BC5D-478A-8201-AF15E4A4F5BA}"/>
                </a:ext>
              </a:extLst>
            </p:cNvPr>
            <p:cNvCxnSpPr>
              <a:cxnSpLocks/>
            </p:cNvCxnSpPr>
            <p:nvPr/>
          </p:nvCxnSpPr>
          <p:spPr>
            <a:xfrm>
              <a:off x="-31901" y="1063119"/>
              <a:ext cx="2790595" cy="346208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1BAA53B-7590-7D9C-FF96-264B08501637}"/>
                </a:ext>
              </a:extLst>
            </p:cNvPr>
            <p:cNvCxnSpPr>
              <a:cxnSpLocks/>
            </p:cNvCxnSpPr>
            <p:nvPr/>
          </p:nvCxnSpPr>
          <p:spPr>
            <a:xfrm>
              <a:off x="-43021" y="1151339"/>
              <a:ext cx="2719316" cy="559236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CCBA1B0-F80A-5F18-6571-6CA2C5D67E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81" y="7312"/>
              <a:ext cx="2749033" cy="333174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ED7AA71-319A-0560-ECD9-5FC8E322E1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74193" y="2313431"/>
              <a:ext cx="2781662" cy="3536583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23C4E9F-74F4-67B7-0B6F-CC2BE83746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59" y="-2079"/>
              <a:ext cx="2701813" cy="567711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6A2A209-472F-AE7F-BEE0-EDA59DC654BC}"/>
                </a:ext>
              </a:extLst>
            </p:cNvPr>
            <p:cNvCxnSpPr>
              <a:cxnSpLocks/>
            </p:cNvCxnSpPr>
            <p:nvPr/>
          </p:nvCxnSpPr>
          <p:spPr>
            <a:xfrm>
              <a:off x="25517" y="3362889"/>
              <a:ext cx="2650778" cy="338081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2098B34-D504-1894-1C61-73463DD89CA7}"/>
              </a:ext>
            </a:extLst>
          </p:cNvPr>
          <p:cNvSpPr txBox="1"/>
          <p:nvPr/>
        </p:nvSpPr>
        <p:spPr>
          <a:xfrm>
            <a:off x="6748622" y="2372956"/>
            <a:ext cx="42553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fr-FR" sz="3600" b="1" noProof="0" dirty="0">
                <a:latin typeface="Urbanist" panose="020B0A04040200000203" pitchFamily="34" charset="0"/>
                <a:ea typeface="Urbanist" panose="020B0A04040200000203" pitchFamily="34" charset="0"/>
                <a:cs typeface="Urbanist" panose="020B0A04040200000203" pitchFamily="34" charset="0"/>
              </a:rPr>
              <a:t>Aa Bb Cc</a:t>
            </a:r>
            <a:endParaRPr lang="fr-FR" sz="3600" noProof="0" dirty="0">
              <a:latin typeface="Urbanist" panose="020B0A04040200000203" pitchFamily="34" charset="0"/>
              <a:ea typeface="Urbanist" panose="020B0A04040200000203" pitchFamily="34" charset="0"/>
              <a:cs typeface="Urbanist" panose="020B0A04040200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876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84F4B-589F-3A3A-4215-5A8A92C50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1E593E-2368-882B-D66E-8613D0C95C86}"/>
              </a:ext>
            </a:extLst>
          </p:cNvPr>
          <p:cNvSpPr txBox="1"/>
          <p:nvPr/>
        </p:nvSpPr>
        <p:spPr>
          <a:xfrm>
            <a:off x="885462" y="812328"/>
            <a:ext cx="5026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F85602"/>
                </a:solidFill>
                <a:latin typeface="Signika SemiBold" pitchFamily="2" charset="0"/>
                <a:cs typeface="Space Grotesk SemiBold" pitchFamily="2" charset="0"/>
              </a:defRPr>
            </a:lvl1pPr>
          </a:lstStyle>
          <a:p>
            <a:r>
              <a:rPr lang="fr-FR" dirty="0"/>
              <a:t>04. Logos Proposition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1B3A4D4-2229-F612-1186-9D9AA5A509C2}"/>
              </a:ext>
            </a:extLst>
          </p:cNvPr>
          <p:cNvGrpSpPr/>
          <p:nvPr/>
        </p:nvGrpSpPr>
        <p:grpSpPr>
          <a:xfrm rot="16200000">
            <a:off x="1734766" y="3830132"/>
            <a:ext cx="2904895" cy="6754091"/>
            <a:chOff x="-114300" y="-10391"/>
            <a:chExt cx="2904895" cy="675409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B82B17-3EEE-4E62-88D9-937813BC534F}"/>
                </a:ext>
              </a:extLst>
            </p:cNvPr>
            <p:cNvSpPr/>
            <p:nvPr/>
          </p:nvSpPr>
          <p:spPr>
            <a:xfrm>
              <a:off x="-114300" y="1039091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E64751F-D9E5-9BFC-D191-EC7E0A041449}"/>
                </a:ext>
              </a:extLst>
            </p:cNvPr>
            <p:cNvSpPr/>
            <p:nvPr/>
          </p:nvSpPr>
          <p:spPr>
            <a:xfrm>
              <a:off x="-114300" y="3200400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DE6B0E2-9BA8-3115-BCB3-8F7F619D8AC0}"/>
                </a:ext>
              </a:extLst>
            </p:cNvPr>
            <p:cNvSpPr/>
            <p:nvPr/>
          </p:nvSpPr>
          <p:spPr>
            <a:xfrm>
              <a:off x="-114300" y="5621414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F325182-F911-045C-3A50-3369DBA275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-10391"/>
              <a:ext cx="2790595" cy="115339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2E4CB7C-0AE0-2CB5-A4D9-34DC3710C650}"/>
                </a:ext>
              </a:extLst>
            </p:cNvPr>
            <p:cNvCxnSpPr>
              <a:cxnSpLocks/>
            </p:cNvCxnSpPr>
            <p:nvPr/>
          </p:nvCxnSpPr>
          <p:spPr>
            <a:xfrm>
              <a:off x="47950" y="1171506"/>
              <a:ext cx="2676295" cy="114903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366CC1A-71FA-D1AD-B1E6-7426FB283940}"/>
                </a:ext>
              </a:extLst>
            </p:cNvPr>
            <p:cNvCxnSpPr>
              <a:cxnSpLocks/>
            </p:cNvCxnSpPr>
            <p:nvPr/>
          </p:nvCxnSpPr>
          <p:spPr>
            <a:xfrm>
              <a:off x="63537" y="3363921"/>
              <a:ext cx="2676295" cy="114903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2BEDC4F-1FE7-E314-7239-38C350DFF798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22159" y="4875733"/>
              <a:ext cx="1031977" cy="2676297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292EE75-8350-206F-313D-AA2D7265E0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62349" y="2305444"/>
              <a:ext cx="2790595" cy="115339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2C84BF3-6B25-0155-6CED-8FB7BAB5616F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 flipV="1">
              <a:off x="114300" y="4501180"/>
              <a:ext cx="2676295" cy="1234534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2CBD3B7-680A-3B18-4DBE-74070ABAC2BB}"/>
                </a:ext>
              </a:extLst>
            </p:cNvPr>
            <p:cNvCxnSpPr>
              <a:cxnSpLocks/>
            </p:cNvCxnSpPr>
            <p:nvPr/>
          </p:nvCxnSpPr>
          <p:spPr>
            <a:xfrm>
              <a:off x="-31901" y="1063119"/>
              <a:ext cx="2790595" cy="346208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BF29BB1-0474-1D58-F211-679BDBF6E058}"/>
                </a:ext>
              </a:extLst>
            </p:cNvPr>
            <p:cNvCxnSpPr>
              <a:cxnSpLocks/>
            </p:cNvCxnSpPr>
            <p:nvPr/>
          </p:nvCxnSpPr>
          <p:spPr>
            <a:xfrm>
              <a:off x="-43021" y="1151339"/>
              <a:ext cx="2719316" cy="559236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74336CF-B35C-4B80-149B-D8374FA97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81" y="7312"/>
              <a:ext cx="2749033" cy="333174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0F96700-5C2B-6294-B867-7256529DD8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74193" y="2313431"/>
              <a:ext cx="2781662" cy="3536583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FF6BFEE-5E82-E877-49D7-C1695C2F90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59" y="-2079"/>
              <a:ext cx="2701813" cy="567711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39A5846-2378-51B1-EE13-DEC8A30FC26C}"/>
                </a:ext>
              </a:extLst>
            </p:cNvPr>
            <p:cNvCxnSpPr>
              <a:cxnSpLocks/>
            </p:cNvCxnSpPr>
            <p:nvPr/>
          </p:nvCxnSpPr>
          <p:spPr>
            <a:xfrm>
              <a:off x="25517" y="3362889"/>
              <a:ext cx="2650778" cy="338081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DFCC38B-80D1-E1B1-DABB-2692F70EFDF3}"/>
              </a:ext>
            </a:extLst>
          </p:cNvPr>
          <p:cNvGrpSpPr/>
          <p:nvPr/>
        </p:nvGrpSpPr>
        <p:grpSpPr>
          <a:xfrm rot="16200000">
            <a:off x="8020597" y="3767783"/>
            <a:ext cx="2904895" cy="6754091"/>
            <a:chOff x="-114300" y="-10391"/>
            <a:chExt cx="2904895" cy="6754091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6A30D35-9845-CCCF-EB85-12675E618FD7}"/>
                </a:ext>
              </a:extLst>
            </p:cNvPr>
            <p:cNvSpPr/>
            <p:nvPr/>
          </p:nvSpPr>
          <p:spPr>
            <a:xfrm>
              <a:off x="-114300" y="1039091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07D1B00-088A-A600-EE45-59A28D3B89AA}"/>
                </a:ext>
              </a:extLst>
            </p:cNvPr>
            <p:cNvSpPr/>
            <p:nvPr/>
          </p:nvSpPr>
          <p:spPr>
            <a:xfrm>
              <a:off x="-114300" y="3200400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B6D7EC1-C563-1BB1-9E51-CB48ECC490D5}"/>
                </a:ext>
              </a:extLst>
            </p:cNvPr>
            <p:cNvSpPr/>
            <p:nvPr/>
          </p:nvSpPr>
          <p:spPr>
            <a:xfrm>
              <a:off x="-114300" y="5621414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4A42EC7-6BCB-3C34-F044-FD440DC082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-10391"/>
              <a:ext cx="2790595" cy="115339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A5C1750-A5F6-9AD6-40EC-6D858DCD850B}"/>
                </a:ext>
              </a:extLst>
            </p:cNvPr>
            <p:cNvCxnSpPr>
              <a:cxnSpLocks/>
            </p:cNvCxnSpPr>
            <p:nvPr/>
          </p:nvCxnSpPr>
          <p:spPr>
            <a:xfrm>
              <a:off x="47950" y="1171506"/>
              <a:ext cx="2676295" cy="114903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B654DBB-10F9-7627-6AD5-EEF3F7250CCF}"/>
                </a:ext>
              </a:extLst>
            </p:cNvPr>
            <p:cNvCxnSpPr>
              <a:cxnSpLocks/>
            </p:cNvCxnSpPr>
            <p:nvPr/>
          </p:nvCxnSpPr>
          <p:spPr>
            <a:xfrm>
              <a:off x="63537" y="3363921"/>
              <a:ext cx="2676295" cy="114903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E3E23CA-DFBF-B99A-5342-78DA48F78C2D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22159" y="4875733"/>
              <a:ext cx="1031977" cy="2676297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F6B70C28-90FA-4C64-CDF6-F1483B0B05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62349" y="2305444"/>
              <a:ext cx="2790595" cy="115339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F8CD858-F1D0-EEA9-1BFC-FADC91A943EC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14300" y="4501180"/>
              <a:ext cx="2676295" cy="1234534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2763D89-7B13-96D5-3699-3F8F32C7C5B7}"/>
                </a:ext>
              </a:extLst>
            </p:cNvPr>
            <p:cNvCxnSpPr>
              <a:cxnSpLocks/>
            </p:cNvCxnSpPr>
            <p:nvPr/>
          </p:nvCxnSpPr>
          <p:spPr>
            <a:xfrm>
              <a:off x="-31901" y="1063119"/>
              <a:ext cx="2790595" cy="346208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E4D365EC-276B-7B6C-86CA-845B313E4A19}"/>
                </a:ext>
              </a:extLst>
            </p:cNvPr>
            <p:cNvCxnSpPr>
              <a:cxnSpLocks/>
            </p:cNvCxnSpPr>
            <p:nvPr/>
          </p:nvCxnSpPr>
          <p:spPr>
            <a:xfrm>
              <a:off x="-43021" y="1151339"/>
              <a:ext cx="2719316" cy="559236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8A638A5-9741-ACFD-4E0D-B69240E351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81" y="7312"/>
              <a:ext cx="2749033" cy="333174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E655408-98AF-7884-F1B7-1536518C45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74193" y="2313431"/>
              <a:ext cx="2781662" cy="3536583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74AE4A6E-E0E5-1C28-7DEA-82764BB202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59" y="-2079"/>
              <a:ext cx="2701813" cy="567711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E79616C-95EA-8F23-56F0-9921AA7B44BC}"/>
                </a:ext>
              </a:extLst>
            </p:cNvPr>
            <p:cNvCxnSpPr>
              <a:cxnSpLocks/>
            </p:cNvCxnSpPr>
            <p:nvPr/>
          </p:nvCxnSpPr>
          <p:spPr>
            <a:xfrm>
              <a:off x="25517" y="3362889"/>
              <a:ext cx="2650778" cy="338081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23B9868-F922-562D-5BB7-4E1E2D61E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558" y="1983814"/>
            <a:ext cx="3697985" cy="1681213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A18D08A2-B89C-25B4-7385-292B883EBC1F}"/>
              </a:ext>
            </a:extLst>
          </p:cNvPr>
          <p:cNvGrpSpPr/>
          <p:nvPr/>
        </p:nvGrpSpPr>
        <p:grpSpPr>
          <a:xfrm>
            <a:off x="4576371" y="2289462"/>
            <a:ext cx="2188404" cy="2812026"/>
            <a:chOff x="4729316" y="1514168"/>
            <a:chExt cx="2188404" cy="281202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60E7C6-9D38-20F0-8E88-9E13ACE99A8C}"/>
                </a:ext>
              </a:extLst>
            </p:cNvPr>
            <p:cNvSpPr/>
            <p:nvPr/>
          </p:nvSpPr>
          <p:spPr>
            <a:xfrm>
              <a:off x="4729316" y="1514168"/>
              <a:ext cx="2188404" cy="2812026"/>
            </a:xfrm>
            <a:prstGeom prst="rect">
              <a:avLst/>
            </a:prstGeom>
            <a:solidFill>
              <a:srgbClr val="F856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93A762C-6930-04EE-0A1B-92D4756AC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341" b="15387"/>
            <a:stretch>
              <a:fillRect/>
            </a:stretch>
          </p:blipFill>
          <p:spPr>
            <a:xfrm>
              <a:off x="4729316" y="1725903"/>
              <a:ext cx="2188404" cy="2227023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57BDBE57-D8D7-AC22-67D7-78DAD8B588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50" y="3695475"/>
            <a:ext cx="1664367" cy="166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493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B7E0B-8877-7833-0860-763E19C2F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FCF4D6-4B70-A094-25F3-C0080DEF7D5B}"/>
              </a:ext>
            </a:extLst>
          </p:cNvPr>
          <p:cNvSpPr txBox="1"/>
          <p:nvPr/>
        </p:nvSpPr>
        <p:spPr>
          <a:xfrm>
            <a:off x="885462" y="812328"/>
            <a:ext cx="50269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solidFill>
                  <a:srgbClr val="F85602"/>
                </a:solidFill>
                <a:latin typeface="Signika SemiBold" pitchFamily="2" charset="0"/>
                <a:cs typeface="Space Grotesk SemiBold" pitchFamily="2" charset="0"/>
              </a:defRPr>
            </a:lvl1pPr>
          </a:lstStyle>
          <a:p>
            <a:r>
              <a:rPr lang="fr-FR" dirty="0"/>
              <a:t>04. Livrables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970F6B-88BF-6DE0-C865-55C6AF7A0BD7}"/>
              </a:ext>
            </a:extLst>
          </p:cNvPr>
          <p:cNvGrpSpPr/>
          <p:nvPr/>
        </p:nvGrpSpPr>
        <p:grpSpPr>
          <a:xfrm rot="16200000">
            <a:off x="1734766" y="3830132"/>
            <a:ext cx="2904895" cy="6754091"/>
            <a:chOff x="-114300" y="-10391"/>
            <a:chExt cx="2904895" cy="6754091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EF38220-4C81-7D30-8F60-96024D22DB0C}"/>
                </a:ext>
              </a:extLst>
            </p:cNvPr>
            <p:cNvSpPr/>
            <p:nvPr/>
          </p:nvSpPr>
          <p:spPr>
            <a:xfrm>
              <a:off x="-114300" y="1039091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5140E59-D2EB-1D0B-7E6A-2E980BC0697B}"/>
                </a:ext>
              </a:extLst>
            </p:cNvPr>
            <p:cNvSpPr/>
            <p:nvPr/>
          </p:nvSpPr>
          <p:spPr>
            <a:xfrm>
              <a:off x="-114300" y="3200400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9631820-C252-1E1D-0708-84E59733C9A9}"/>
                </a:ext>
              </a:extLst>
            </p:cNvPr>
            <p:cNvSpPr/>
            <p:nvPr/>
          </p:nvSpPr>
          <p:spPr>
            <a:xfrm>
              <a:off x="-114300" y="5621414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92D0A70-0DFB-EEAC-21DC-55CAF7C5C2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-10391"/>
              <a:ext cx="2790595" cy="115339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6096F2A-52CF-AD2F-6681-9F36B5A23667}"/>
                </a:ext>
              </a:extLst>
            </p:cNvPr>
            <p:cNvCxnSpPr>
              <a:cxnSpLocks/>
            </p:cNvCxnSpPr>
            <p:nvPr/>
          </p:nvCxnSpPr>
          <p:spPr>
            <a:xfrm>
              <a:off x="47950" y="1171506"/>
              <a:ext cx="2676295" cy="114903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A681304-03CD-9458-417D-FD1C607BF57F}"/>
                </a:ext>
              </a:extLst>
            </p:cNvPr>
            <p:cNvCxnSpPr>
              <a:cxnSpLocks/>
            </p:cNvCxnSpPr>
            <p:nvPr/>
          </p:nvCxnSpPr>
          <p:spPr>
            <a:xfrm>
              <a:off x="63537" y="3363921"/>
              <a:ext cx="2676295" cy="114903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C320B75-2F13-79FC-B3E2-E1DDCF712D0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22159" y="4875733"/>
              <a:ext cx="1031977" cy="2676297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78F7B62-7358-27F5-68B3-71AA5837D8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62349" y="2305444"/>
              <a:ext cx="2790595" cy="115339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D56FC1F-B96B-3C8D-A495-73014D287A54}"/>
                </a:ext>
              </a:extLst>
            </p:cNvPr>
            <p:cNvCxnSpPr>
              <a:cxnSpLocks/>
              <a:stCxn id="13" idx="3"/>
            </p:cNvCxnSpPr>
            <p:nvPr/>
          </p:nvCxnSpPr>
          <p:spPr>
            <a:xfrm flipV="1">
              <a:off x="114300" y="4501180"/>
              <a:ext cx="2676295" cy="1234534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0F46511-2051-F561-63E9-8D2E69504CAE}"/>
                </a:ext>
              </a:extLst>
            </p:cNvPr>
            <p:cNvCxnSpPr>
              <a:cxnSpLocks/>
            </p:cNvCxnSpPr>
            <p:nvPr/>
          </p:nvCxnSpPr>
          <p:spPr>
            <a:xfrm>
              <a:off x="-31901" y="1063119"/>
              <a:ext cx="2790595" cy="346208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B71C562-EB22-6DC9-7EAE-0AED56F5B46E}"/>
                </a:ext>
              </a:extLst>
            </p:cNvPr>
            <p:cNvCxnSpPr>
              <a:cxnSpLocks/>
            </p:cNvCxnSpPr>
            <p:nvPr/>
          </p:nvCxnSpPr>
          <p:spPr>
            <a:xfrm>
              <a:off x="-43021" y="1151339"/>
              <a:ext cx="2719316" cy="559236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A481295-C936-C63C-0A1A-8398673325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81" y="7312"/>
              <a:ext cx="2749033" cy="333174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BA6060A-F2B9-DC74-8581-7FC32CC056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74193" y="2313431"/>
              <a:ext cx="2781662" cy="3536583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21021BC-8FE7-0880-EA4E-4475850CB9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59" y="-2079"/>
              <a:ext cx="2701813" cy="567711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0BDCCA6-F21D-3752-FB51-07B10213C35C}"/>
                </a:ext>
              </a:extLst>
            </p:cNvPr>
            <p:cNvCxnSpPr>
              <a:cxnSpLocks/>
            </p:cNvCxnSpPr>
            <p:nvPr/>
          </p:nvCxnSpPr>
          <p:spPr>
            <a:xfrm>
              <a:off x="25517" y="3362889"/>
              <a:ext cx="2650778" cy="338081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A0263EA9-AFD0-C589-93BA-3029B9E407F4}"/>
              </a:ext>
            </a:extLst>
          </p:cNvPr>
          <p:cNvGrpSpPr/>
          <p:nvPr/>
        </p:nvGrpSpPr>
        <p:grpSpPr>
          <a:xfrm rot="16200000">
            <a:off x="8020597" y="3767783"/>
            <a:ext cx="2904895" cy="6754091"/>
            <a:chOff x="-114300" y="-10391"/>
            <a:chExt cx="2904895" cy="6754091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89E94C6-B8CC-EBE2-6325-30D670E26547}"/>
                </a:ext>
              </a:extLst>
            </p:cNvPr>
            <p:cNvSpPr/>
            <p:nvPr/>
          </p:nvSpPr>
          <p:spPr>
            <a:xfrm>
              <a:off x="-114300" y="1039091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0D05B5F-9BB7-530E-29EF-BA2A8CC0DB40}"/>
                </a:ext>
              </a:extLst>
            </p:cNvPr>
            <p:cNvSpPr/>
            <p:nvPr/>
          </p:nvSpPr>
          <p:spPr>
            <a:xfrm>
              <a:off x="-114300" y="3200400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1324AFC-0465-BDEF-175E-2DF00B1A385A}"/>
                </a:ext>
              </a:extLst>
            </p:cNvPr>
            <p:cNvSpPr/>
            <p:nvPr/>
          </p:nvSpPr>
          <p:spPr>
            <a:xfrm>
              <a:off x="-114300" y="5621414"/>
              <a:ext cx="228600" cy="228600"/>
            </a:xfrm>
            <a:prstGeom prst="rect">
              <a:avLst/>
            </a:prstGeom>
            <a:solidFill>
              <a:srgbClr val="FDF770"/>
            </a:solidFill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A448523-CCB6-E2E7-D0EB-89D7BA3B0F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-10391"/>
              <a:ext cx="2790595" cy="115339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E9AA6FB-8297-52E1-B386-6D4542B57AA0}"/>
                </a:ext>
              </a:extLst>
            </p:cNvPr>
            <p:cNvCxnSpPr>
              <a:cxnSpLocks/>
            </p:cNvCxnSpPr>
            <p:nvPr/>
          </p:nvCxnSpPr>
          <p:spPr>
            <a:xfrm>
              <a:off x="47950" y="1171506"/>
              <a:ext cx="2676295" cy="114903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80327F2-4D94-05C9-7896-DE0E41B6D1B1}"/>
                </a:ext>
              </a:extLst>
            </p:cNvPr>
            <p:cNvCxnSpPr>
              <a:cxnSpLocks/>
            </p:cNvCxnSpPr>
            <p:nvPr/>
          </p:nvCxnSpPr>
          <p:spPr>
            <a:xfrm>
              <a:off x="63537" y="3363921"/>
              <a:ext cx="2676295" cy="114903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9E4D867-7BF7-C672-8A86-3159CB5F20C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22159" y="4875733"/>
              <a:ext cx="1031977" cy="2676297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D3DDAAE-F26C-D003-DC3B-EE58883A64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62349" y="2305444"/>
              <a:ext cx="2790595" cy="115339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44C7CF1-AB87-775A-3428-D443B7B27947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 flipV="1">
              <a:off x="114300" y="4501180"/>
              <a:ext cx="2676295" cy="1234534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A2E8DE8-B5F9-2105-2476-CB6313CDDA7B}"/>
                </a:ext>
              </a:extLst>
            </p:cNvPr>
            <p:cNvCxnSpPr>
              <a:cxnSpLocks/>
            </p:cNvCxnSpPr>
            <p:nvPr/>
          </p:nvCxnSpPr>
          <p:spPr>
            <a:xfrm>
              <a:off x="-31901" y="1063119"/>
              <a:ext cx="2790595" cy="3462089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5DB716BD-E440-C322-85E6-A128EBB62286}"/>
                </a:ext>
              </a:extLst>
            </p:cNvPr>
            <p:cNvCxnSpPr>
              <a:cxnSpLocks/>
            </p:cNvCxnSpPr>
            <p:nvPr/>
          </p:nvCxnSpPr>
          <p:spPr>
            <a:xfrm>
              <a:off x="-43021" y="1151339"/>
              <a:ext cx="2719316" cy="559236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7076381-0A94-24AF-588C-14F3AB82CD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781" y="7312"/>
              <a:ext cx="2749033" cy="333174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A2CE902-E58E-F989-BB78-6367D37B68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74193" y="2313431"/>
              <a:ext cx="2781662" cy="3536583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F5AE869-9B04-CC95-E81A-9AE507924F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59" y="-2079"/>
              <a:ext cx="2701813" cy="567711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B28811ED-BF59-263A-3B95-BE497BAF0675}"/>
                </a:ext>
              </a:extLst>
            </p:cNvPr>
            <p:cNvCxnSpPr>
              <a:cxnSpLocks/>
            </p:cNvCxnSpPr>
            <p:nvPr/>
          </p:nvCxnSpPr>
          <p:spPr>
            <a:xfrm>
              <a:off x="25517" y="3362889"/>
              <a:ext cx="2650778" cy="3380811"/>
            </a:xfrm>
            <a:prstGeom prst="line">
              <a:avLst/>
            </a:prstGeom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8000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A42C3-5B29-2ED1-FEE9-845CDFCF4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2B28657-1FD5-A5F1-B603-96F993D6021E}"/>
              </a:ext>
            </a:extLst>
          </p:cNvPr>
          <p:cNvGrpSpPr/>
          <p:nvPr/>
        </p:nvGrpSpPr>
        <p:grpSpPr>
          <a:xfrm>
            <a:off x="2561995" y="-114300"/>
            <a:ext cx="7109570" cy="6972300"/>
            <a:chOff x="2561995" y="-114300"/>
            <a:chExt cx="7109570" cy="6972300"/>
          </a:xfrm>
          <a:solidFill>
            <a:srgbClr val="FEFCDF">
              <a:alpha val="80000"/>
            </a:srgbClr>
          </a:solidFill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B2AAC274-6B4D-2CD6-A0CD-9C576704DBFF}"/>
                </a:ext>
              </a:extLst>
            </p:cNvPr>
            <p:cNvSpPr/>
            <p:nvPr/>
          </p:nvSpPr>
          <p:spPr>
            <a:xfrm rot="10800000">
              <a:off x="6290237" y="3398520"/>
              <a:ext cx="228600" cy="228600"/>
            </a:xfrm>
            <a:prstGeom prst="rect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D402BB0E-A4D3-0FF9-4A7F-E005A1CCCE15}"/>
                </a:ext>
              </a:extLst>
            </p:cNvPr>
            <p:cNvSpPr/>
            <p:nvPr/>
          </p:nvSpPr>
          <p:spPr>
            <a:xfrm rot="10800000">
              <a:off x="6290237" y="1023888"/>
              <a:ext cx="228600" cy="228600"/>
            </a:xfrm>
            <a:prstGeom prst="rect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D818710-8293-BA81-97F2-D36E5F191120}"/>
                </a:ext>
              </a:extLst>
            </p:cNvPr>
            <p:cNvSpPr/>
            <p:nvPr/>
          </p:nvSpPr>
          <p:spPr>
            <a:xfrm rot="10800000">
              <a:off x="6290237" y="5131631"/>
              <a:ext cx="228600" cy="228600"/>
            </a:xfrm>
            <a:prstGeom prst="rect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2CFEDA5-BE7D-46C7-D0A4-910B5C6F3C7D}"/>
                </a:ext>
              </a:extLst>
            </p:cNvPr>
            <p:cNvCxnSpPr>
              <a:cxnSpLocks/>
              <a:endCxn id="89" idx="3"/>
            </p:cNvCxnSpPr>
            <p:nvPr/>
          </p:nvCxnSpPr>
          <p:spPr>
            <a:xfrm>
              <a:off x="2561995" y="0"/>
              <a:ext cx="3728242" cy="1138188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2FE3BCF5-50AE-2A80-69AB-8D09AD6FAFA8}"/>
                </a:ext>
              </a:extLst>
            </p:cNvPr>
            <p:cNvCxnSpPr>
              <a:cxnSpLocks/>
              <a:stCxn id="89" idx="1"/>
            </p:cNvCxnSpPr>
            <p:nvPr/>
          </p:nvCxnSpPr>
          <p:spPr>
            <a:xfrm flipV="1">
              <a:off x="6518837" y="0"/>
              <a:ext cx="2924128" cy="1138188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4DB5411-934F-A9F9-3631-921D733F5FCF}"/>
                </a:ext>
              </a:extLst>
            </p:cNvPr>
            <p:cNvCxnSpPr>
              <a:cxnSpLocks/>
              <a:stCxn id="89" idx="0"/>
            </p:cNvCxnSpPr>
            <p:nvPr/>
          </p:nvCxnSpPr>
          <p:spPr>
            <a:xfrm>
              <a:off x="6404537" y="1252488"/>
              <a:ext cx="3267028" cy="1104332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1E766531-6281-4173-566D-6E75C6F2AC13}"/>
                </a:ext>
              </a:extLst>
            </p:cNvPr>
            <p:cNvCxnSpPr>
              <a:cxnSpLocks/>
              <a:stCxn id="89" idx="0"/>
            </p:cNvCxnSpPr>
            <p:nvPr/>
          </p:nvCxnSpPr>
          <p:spPr>
            <a:xfrm>
              <a:off x="6404537" y="1252488"/>
              <a:ext cx="3152728" cy="3417382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595736-C1A0-F3AA-33E8-F22719410C1E}"/>
                </a:ext>
              </a:extLst>
            </p:cNvPr>
            <p:cNvCxnSpPr>
              <a:cxnSpLocks/>
              <a:stCxn id="89" idx="0"/>
            </p:cNvCxnSpPr>
            <p:nvPr/>
          </p:nvCxnSpPr>
          <p:spPr>
            <a:xfrm>
              <a:off x="6404537" y="1252488"/>
              <a:ext cx="3267028" cy="5605512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9E5502B-D859-58B7-9576-585F38B3C800}"/>
                </a:ext>
              </a:extLst>
            </p:cNvPr>
            <p:cNvCxnSpPr>
              <a:cxnSpLocks/>
              <a:endCxn id="88" idx="1"/>
            </p:cNvCxnSpPr>
            <p:nvPr/>
          </p:nvCxnSpPr>
          <p:spPr>
            <a:xfrm>
              <a:off x="2676295" y="-114300"/>
              <a:ext cx="3842542" cy="3627120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1706DD24-E8E0-A2B1-CC9E-78C99EC36F6C}"/>
                </a:ext>
              </a:extLst>
            </p:cNvPr>
            <p:cNvCxnSpPr>
              <a:cxnSpLocks/>
              <a:stCxn id="88" idx="2"/>
            </p:cNvCxnSpPr>
            <p:nvPr/>
          </p:nvCxnSpPr>
          <p:spPr>
            <a:xfrm flipV="1">
              <a:off x="6404537" y="114300"/>
              <a:ext cx="3152728" cy="3284220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3E84BB71-D29C-2FAE-138F-0B555494F890}"/>
                </a:ext>
              </a:extLst>
            </p:cNvPr>
            <p:cNvCxnSpPr>
              <a:cxnSpLocks/>
              <a:endCxn id="88" idx="3"/>
            </p:cNvCxnSpPr>
            <p:nvPr/>
          </p:nvCxnSpPr>
          <p:spPr>
            <a:xfrm>
              <a:off x="2561995" y="2302430"/>
              <a:ext cx="3728242" cy="1210390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B784416-2C67-8FCC-C2FA-1DB6CA3BDD90}"/>
                </a:ext>
              </a:extLst>
            </p:cNvPr>
            <p:cNvCxnSpPr>
              <a:cxnSpLocks/>
              <a:stCxn id="88" idx="3"/>
            </p:cNvCxnSpPr>
            <p:nvPr/>
          </p:nvCxnSpPr>
          <p:spPr>
            <a:xfrm flipV="1">
              <a:off x="6290237" y="2471120"/>
              <a:ext cx="3267028" cy="1041700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E875347C-C769-CB48-F45E-A11373A35571}"/>
                </a:ext>
              </a:extLst>
            </p:cNvPr>
            <p:cNvCxnSpPr>
              <a:cxnSpLocks/>
              <a:stCxn id="88" idx="0"/>
            </p:cNvCxnSpPr>
            <p:nvPr/>
          </p:nvCxnSpPr>
          <p:spPr>
            <a:xfrm>
              <a:off x="6404537" y="3627120"/>
              <a:ext cx="3152728" cy="814150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3453A3B-2CDA-909D-D064-4D85BA9B4569}"/>
                </a:ext>
              </a:extLst>
            </p:cNvPr>
            <p:cNvCxnSpPr>
              <a:cxnSpLocks/>
              <a:stCxn id="88" idx="2"/>
            </p:cNvCxnSpPr>
            <p:nvPr/>
          </p:nvCxnSpPr>
          <p:spPr>
            <a:xfrm>
              <a:off x="6404537" y="3398520"/>
              <a:ext cx="3152728" cy="3345180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BA28C583-FBA8-199D-3DFA-F19E32D9B278}"/>
                </a:ext>
              </a:extLst>
            </p:cNvPr>
            <p:cNvCxnSpPr>
              <a:cxnSpLocks/>
              <a:stCxn id="88" idx="3"/>
            </p:cNvCxnSpPr>
            <p:nvPr/>
          </p:nvCxnSpPr>
          <p:spPr>
            <a:xfrm flipH="1">
              <a:off x="2790595" y="3512820"/>
              <a:ext cx="3499642" cy="3345180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2F692A0-7AD2-0B8C-F2D8-D0C581A64523}"/>
                </a:ext>
              </a:extLst>
            </p:cNvPr>
            <p:cNvCxnSpPr>
              <a:cxnSpLocks/>
              <a:stCxn id="88" idx="1"/>
            </p:cNvCxnSpPr>
            <p:nvPr/>
          </p:nvCxnSpPr>
          <p:spPr>
            <a:xfrm flipH="1">
              <a:off x="2790595" y="3512820"/>
              <a:ext cx="3728242" cy="988360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E8463F4-66F9-7E84-AFA3-F5D3794E23D3}"/>
                </a:ext>
              </a:extLst>
            </p:cNvPr>
            <p:cNvCxnSpPr>
              <a:cxnSpLocks/>
              <a:stCxn id="89" idx="1"/>
            </p:cNvCxnSpPr>
            <p:nvPr/>
          </p:nvCxnSpPr>
          <p:spPr>
            <a:xfrm flipH="1">
              <a:off x="2561995" y="1138188"/>
              <a:ext cx="3956842" cy="1164242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A562F86E-132D-82F4-E817-79DDE4FA7FAC}"/>
                </a:ext>
              </a:extLst>
            </p:cNvPr>
            <p:cNvCxnSpPr>
              <a:cxnSpLocks/>
              <a:endCxn id="90" idx="0"/>
            </p:cNvCxnSpPr>
            <p:nvPr/>
          </p:nvCxnSpPr>
          <p:spPr>
            <a:xfrm>
              <a:off x="2676295" y="114300"/>
              <a:ext cx="3728242" cy="5245931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7065BC3F-4E83-AF13-0C4B-753C401DAB66}"/>
                </a:ext>
              </a:extLst>
            </p:cNvPr>
            <p:cNvCxnSpPr>
              <a:endCxn id="90" idx="3"/>
            </p:cNvCxnSpPr>
            <p:nvPr/>
          </p:nvCxnSpPr>
          <p:spPr>
            <a:xfrm>
              <a:off x="2676295" y="2302430"/>
              <a:ext cx="3613942" cy="2943501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EBAE1AF8-F72E-4697-2634-D3222127F7E0}"/>
                </a:ext>
              </a:extLst>
            </p:cNvPr>
            <p:cNvCxnSpPr>
              <a:endCxn id="90" idx="3"/>
            </p:cNvCxnSpPr>
            <p:nvPr/>
          </p:nvCxnSpPr>
          <p:spPr>
            <a:xfrm>
              <a:off x="2676295" y="4501180"/>
              <a:ext cx="3613942" cy="744751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51966E28-89E5-8318-6207-56675C227F79}"/>
                </a:ext>
              </a:extLst>
            </p:cNvPr>
            <p:cNvCxnSpPr>
              <a:cxnSpLocks/>
              <a:endCxn id="90" idx="3"/>
            </p:cNvCxnSpPr>
            <p:nvPr/>
          </p:nvCxnSpPr>
          <p:spPr>
            <a:xfrm flipV="1">
              <a:off x="2790595" y="5360231"/>
              <a:ext cx="3613942" cy="1497769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7C0343E7-7EB5-AC3B-E32B-90E93DB3F5FD}"/>
                </a:ext>
              </a:extLst>
            </p:cNvPr>
            <p:cNvCxnSpPr>
              <a:cxnSpLocks/>
              <a:stCxn id="89" idx="2"/>
            </p:cNvCxnSpPr>
            <p:nvPr/>
          </p:nvCxnSpPr>
          <p:spPr>
            <a:xfrm flipH="1">
              <a:off x="2676295" y="1023888"/>
              <a:ext cx="3728242" cy="5719812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833FE06A-019A-5EAD-B6A2-474E1A6B7B83}"/>
                </a:ext>
              </a:extLst>
            </p:cNvPr>
            <p:cNvCxnSpPr>
              <a:cxnSpLocks/>
              <a:stCxn id="90" idx="3"/>
            </p:cNvCxnSpPr>
            <p:nvPr/>
          </p:nvCxnSpPr>
          <p:spPr>
            <a:xfrm flipV="1">
              <a:off x="6290237" y="4441270"/>
              <a:ext cx="3267028" cy="804661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94AE495-0C6F-0E6F-60A4-B802FAE12500}"/>
                </a:ext>
              </a:extLst>
            </p:cNvPr>
            <p:cNvCxnSpPr>
              <a:cxnSpLocks/>
              <a:stCxn id="90" idx="3"/>
            </p:cNvCxnSpPr>
            <p:nvPr/>
          </p:nvCxnSpPr>
          <p:spPr>
            <a:xfrm>
              <a:off x="6290237" y="5245931"/>
              <a:ext cx="3381328" cy="1612069"/>
            </a:xfrm>
            <a:prstGeom prst="line">
              <a:avLst/>
            </a:prstGeom>
            <a:grpFill/>
            <a:ln>
              <a:solidFill>
                <a:srgbClr val="FEFCD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Rectangle 66">
            <a:extLst>
              <a:ext uri="{FF2B5EF4-FFF2-40B4-BE49-F238E27FC236}">
                <a16:creationId xmlns:a16="http://schemas.microsoft.com/office/drawing/2014/main" id="{66D5FA5A-A21A-CD19-4724-564ED1DE704D}"/>
              </a:ext>
            </a:extLst>
          </p:cNvPr>
          <p:cNvSpPr/>
          <p:nvPr/>
        </p:nvSpPr>
        <p:spPr>
          <a:xfrm>
            <a:off x="-663882" y="-153584"/>
            <a:ext cx="13695218" cy="7855528"/>
          </a:xfrm>
          <a:prstGeom prst="rect">
            <a:avLst/>
          </a:prstGeom>
          <a:solidFill>
            <a:srgbClr val="F8560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C89946-61C4-BBBD-5999-D444239B3294}"/>
              </a:ext>
            </a:extLst>
          </p:cNvPr>
          <p:cNvSpPr txBox="1"/>
          <p:nvPr/>
        </p:nvSpPr>
        <p:spPr>
          <a:xfrm>
            <a:off x="5175944" y="1697560"/>
            <a:ext cx="17806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u="sng" noProof="0" dirty="0">
                <a:latin typeface="Space Grotesk Medium" pitchFamily="2" charset="0"/>
                <a:cs typeface="Space Grotesk Medium" pitchFamily="2" charset="0"/>
              </a:rPr>
              <a:t>Designer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3FA6E-B389-B3D4-8058-5BC5219D27CB}"/>
              </a:ext>
            </a:extLst>
          </p:cNvPr>
          <p:cNvSpPr txBox="1"/>
          <p:nvPr/>
        </p:nvSpPr>
        <p:spPr>
          <a:xfrm>
            <a:off x="4743614" y="2366253"/>
            <a:ext cx="2701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noProof="0" dirty="0">
                <a:latin typeface="Space Grotesk Medium" pitchFamily="2" charset="0"/>
                <a:cs typeface="Space Grotesk Medium" pitchFamily="2" charset="0"/>
              </a:rPr>
              <a:t>Omar NGAPOUT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C821D-B673-083F-3318-729F8880FA09}"/>
              </a:ext>
            </a:extLst>
          </p:cNvPr>
          <p:cNvSpPr txBox="1"/>
          <p:nvPr/>
        </p:nvSpPr>
        <p:spPr>
          <a:xfrm>
            <a:off x="4803054" y="3898929"/>
            <a:ext cx="24366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noProof="0" dirty="0">
                <a:latin typeface="Space Grotesk Medium" pitchFamily="2" charset="0"/>
                <a:cs typeface="Space Grotesk Medium" pitchFamily="2" charset="0"/>
              </a:rPr>
              <a:t>Sciences des données et Intelligence Artificielle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664BCB-CC25-2672-17EF-92BEF24D1AA1}"/>
              </a:ext>
            </a:extLst>
          </p:cNvPr>
          <p:cNvSpPr txBox="1"/>
          <p:nvPr/>
        </p:nvSpPr>
        <p:spPr>
          <a:xfrm>
            <a:off x="4944796" y="4557950"/>
            <a:ext cx="21128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noProof="0" dirty="0">
                <a:latin typeface="Space Grotesk Medium" pitchFamily="2" charset="0"/>
                <a:cs typeface="Space Grotesk Medium" pitchFamily="2" charset="0"/>
              </a:rPr>
              <a:t>Data Science and</a:t>
            </a:r>
          </a:p>
          <a:p>
            <a:pPr algn="ctr"/>
            <a:r>
              <a:rPr lang="fr-FR" sz="1400" noProof="0" dirty="0">
                <a:latin typeface="Space Grotesk Medium" pitchFamily="2" charset="0"/>
                <a:cs typeface="Space Grotesk Medium" pitchFamily="2" charset="0"/>
              </a:rPr>
              <a:t>Artificial Intelligence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ABAC047-99D5-E0EB-E9D7-016810A79BAA}"/>
              </a:ext>
            </a:extLst>
          </p:cNvPr>
          <p:cNvGrpSpPr/>
          <p:nvPr/>
        </p:nvGrpSpPr>
        <p:grpSpPr>
          <a:xfrm>
            <a:off x="-64697" y="-114300"/>
            <a:ext cx="2904895" cy="7086600"/>
            <a:chOff x="-114300" y="-114300"/>
            <a:chExt cx="2904895" cy="7086600"/>
          </a:xfrm>
          <a:solidFill>
            <a:srgbClr val="F85602"/>
          </a:solidFill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5335ECA-B833-B6DE-1B9F-F8E8975E613A}"/>
                </a:ext>
              </a:extLst>
            </p:cNvPr>
            <p:cNvSpPr/>
            <p:nvPr/>
          </p:nvSpPr>
          <p:spPr>
            <a:xfrm>
              <a:off x="-114300" y="1039091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7EA3C1C7-D21A-7D1A-EEF6-7B118EE9FEE9}"/>
                </a:ext>
              </a:extLst>
            </p:cNvPr>
            <p:cNvSpPr/>
            <p:nvPr/>
          </p:nvSpPr>
          <p:spPr>
            <a:xfrm>
              <a:off x="-114300" y="320040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4C41F70-758C-03D5-749E-53408EEDD827}"/>
                </a:ext>
              </a:extLst>
            </p:cNvPr>
            <p:cNvSpPr/>
            <p:nvPr/>
          </p:nvSpPr>
          <p:spPr>
            <a:xfrm>
              <a:off x="-114300" y="5621414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56C53B2B-8A48-A04C-5CFA-C1A40FDE50D8}"/>
                </a:ext>
              </a:extLst>
            </p:cNvPr>
            <p:cNvSpPr/>
            <p:nvPr/>
          </p:nvSpPr>
          <p:spPr>
            <a:xfrm>
              <a:off x="2561995" y="-11430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7B567250-654F-A9F6-0FAC-A45DF9ED1116}"/>
                </a:ext>
              </a:extLst>
            </p:cNvPr>
            <p:cNvSpPr/>
            <p:nvPr/>
          </p:nvSpPr>
          <p:spPr>
            <a:xfrm>
              <a:off x="2561995" y="218813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725F0F99-7BCB-6524-0573-8EA9E0ECA80D}"/>
                </a:ext>
              </a:extLst>
            </p:cNvPr>
            <p:cNvSpPr/>
            <p:nvPr/>
          </p:nvSpPr>
          <p:spPr>
            <a:xfrm>
              <a:off x="2561995" y="438688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82F56210-E113-3AB6-E21F-93DF3E28E2AF}"/>
                </a:ext>
              </a:extLst>
            </p:cNvPr>
            <p:cNvSpPr/>
            <p:nvPr/>
          </p:nvSpPr>
          <p:spPr>
            <a:xfrm>
              <a:off x="2561995" y="674370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2A2CE6F0-7086-5E3F-3441-FC04A13C5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-10391"/>
              <a:ext cx="2790595" cy="115339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D705B31-EBCB-447D-7F05-C1A5FA354C17}"/>
                </a:ext>
              </a:extLst>
            </p:cNvPr>
            <p:cNvCxnSpPr>
              <a:cxnSpLocks/>
            </p:cNvCxnSpPr>
            <p:nvPr/>
          </p:nvCxnSpPr>
          <p:spPr>
            <a:xfrm>
              <a:off x="-43020" y="1143000"/>
              <a:ext cx="2676295" cy="1149039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2FA33CCD-FBF4-4D3E-7D29-A1A2885BACF3}"/>
                </a:ext>
              </a:extLst>
            </p:cNvPr>
            <p:cNvCxnSpPr>
              <a:cxnSpLocks/>
            </p:cNvCxnSpPr>
            <p:nvPr/>
          </p:nvCxnSpPr>
          <p:spPr>
            <a:xfrm>
              <a:off x="-43020" y="3304468"/>
              <a:ext cx="2676295" cy="1149039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69282EBD-5329-67C7-3BFA-6FF2B5DC6FF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97892"/>
              <a:ext cx="2676295" cy="1149039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C481D58E-9CF4-8F82-A7EF-CE3AC106F4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" y="2234204"/>
              <a:ext cx="2790595" cy="115339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55F22F4D-161E-FC56-628A-1E88CBC6A6F6}"/>
                </a:ext>
              </a:extLst>
            </p:cNvPr>
            <p:cNvCxnSpPr>
              <a:cxnSpLocks/>
              <a:stCxn id="138" idx="3"/>
              <a:endCxn id="141" idx="3"/>
            </p:cNvCxnSpPr>
            <p:nvPr/>
          </p:nvCxnSpPr>
          <p:spPr>
            <a:xfrm flipV="1">
              <a:off x="114300" y="4501180"/>
              <a:ext cx="2676295" cy="1234534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5ECB7640-AC16-8613-DC9E-271B7B9F5FFA}"/>
                </a:ext>
              </a:extLst>
            </p:cNvPr>
            <p:cNvCxnSpPr>
              <a:cxnSpLocks/>
            </p:cNvCxnSpPr>
            <p:nvPr/>
          </p:nvCxnSpPr>
          <p:spPr>
            <a:xfrm>
              <a:off x="-41564" y="1101437"/>
              <a:ext cx="2790595" cy="3462089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FCCB1EE4-311C-4A82-F9E3-06153E2A5D79}"/>
                </a:ext>
              </a:extLst>
            </p:cNvPr>
            <p:cNvCxnSpPr>
              <a:cxnSpLocks/>
              <a:endCxn id="142" idx="0"/>
            </p:cNvCxnSpPr>
            <p:nvPr/>
          </p:nvCxnSpPr>
          <p:spPr>
            <a:xfrm>
              <a:off x="-43021" y="1151339"/>
              <a:ext cx="2719316" cy="559236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427805EB-7D70-965B-DD95-DC37B965EA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0784" y="0"/>
              <a:ext cx="2749033" cy="333174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8EE25D80-D6A6-7FFE-EFB8-C64A0721DA31}"/>
                </a:ext>
              </a:extLst>
            </p:cNvPr>
            <p:cNvCxnSpPr>
              <a:cxnSpLocks/>
              <a:endCxn id="140" idx="2"/>
            </p:cNvCxnSpPr>
            <p:nvPr/>
          </p:nvCxnSpPr>
          <p:spPr>
            <a:xfrm flipV="1">
              <a:off x="-105367" y="2416730"/>
              <a:ext cx="2781662" cy="3536583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FC229B65-3C64-318C-6771-4247369B54AF}"/>
                </a:ext>
              </a:extLst>
            </p:cNvPr>
            <p:cNvCxnSpPr>
              <a:cxnSpLocks/>
              <a:endCxn id="139" idx="2"/>
            </p:cNvCxnSpPr>
            <p:nvPr/>
          </p:nvCxnSpPr>
          <p:spPr>
            <a:xfrm flipV="1">
              <a:off x="-25518" y="114300"/>
              <a:ext cx="2701813" cy="567711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194ED171-EF32-A85A-7496-ABE6C7C7FABE}"/>
                </a:ext>
              </a:extLst>
            </p:cNvPr>
            <p:cNvCxnSpPr>
              <a:cxnSpLocks/>
              <a:endCxn id="142" idx="0"/>
            </p:cNvCxnSpPr>
            <p:nvPr/>
          </p:nvCxnSpPr>
          <p:spPr>
            <a:xfrm>
              <a:off x="25517" y="3362889"/>
              <a:ext cx="2650778" cy="338081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49EE03BA-070C-C341-A438-C963C626B21F}"/>
              </a:ext>
            </a:extLst>
          </p:cNvPr>
          <p:cNvGrpSpPr/>
          <p:nvPr/>
        </p:nvGrpSpPr>
        <p:grpSpPr>
          <a:xfrm rot="10800000">
            <a:off x="9492568" y="-114300"/>
            <a:ext cx="2904895" cy="7086600"/>
            <a:chOff x="-114300" y="-114300"/>
            <a:chExt cx="2904895" cy="7086600"/>
          </a:xfrm>
          <a:solidFill>
            <a:srgbClr val="F85602"/>
          </a:solidFill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D54E39DB-0507-7CE4-4680-AB8EC618D4F7}"/>
                </a:ext>
              </a:extLst>
            </p:cNvPr>
            <p:cNvSpPr/>
            <p:nvPr/>
          </p:nvSpPr>
          <p:spPr>
            <a:xfrm>
              <a:off x="-114300" y="1039091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711DBE29-15AE-6E0C-20E1-1958CF070BAB}"/>
                </a:ext>
              </a:extLst>
            </p:cNvPr>
            <p:cNvSpPr/>
            <p:nvPr/>
          </p:nvSpPr>
          <p:spPr>
            <a:xfrm>
              <a:off x="-114300" y="320040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2B5B5348-96A5-45D4-FE5E-2223B5D3D993}"/>
                </a:ext>
              </a:extLst>
            </p:cNvPr>
            <p:cNvSpPr/>
            <p:nvPr/>
          </p:nvSpPr>
          <p:spPr>
            <a:xfrm>
              <a:off x="-114300" y="5621414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417AF8E0-CBEF-9406-E25B-626D227F8DD8}"/>
                </a:ext>
              </a:extLst>
            </p:cNvPr>
            <p:cNvSpPr/>
            <p:nvPr/>
          </p:nvSpPr>
          <p:spPr>
            <a:xfrm>
              <a:off x="2561995" y="-11430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B13EF156-40B2-B329-A912-4A6F3FAFB0E9}"/>
                </a:ext>
              </a:extLst>
            </p:cNvPr>
            <p:cNvSpPr/>
            <p:nvPr/>
          </p:nvSpPr>
          <p:spPr>
            <a:xfrm>
              <a:off x="2561995" y="218813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1830161B-F886-F968-ABFB-36CA0B699B57}"/>
                </a:ext>
              </a:extLst>
            </p:cNvPr>
            <p:cNvSpPr/>
            <p:nvPr/>
          </p:nvSpPr>
          <p:spPr>
            <a:xfrm>
              <a:off x="2561995" y="438688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5C48B4C9-7EF2-544A-E209-59FDDBD39890}"/>
                </a:ext>
              </a:extLst>
            </p:cNvPr>
            <p:cNvSpPr/>
            <p:nvPr/>
          </p:nvSpPr>
          <p:spPr>
            <a:xfrm>
              <a:off x="2561995" y="6743700"/>
              <a:ext cx="228600" cy="228600"/>
            </a:xfrm>
            <a:prstGeom prst="rect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noProof="0" dirty="0"/>
            </a:p>
          </p:txBody>
        </p: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47FE761D-8065-2647-534D-FE1F6CCEDE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0" y="-10391"/>
              <a:ext cx="2790595" cy="115339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3FBCCE6E-ED34-C36B-623D-BB169B548946}"/>
                </a:ext>
              </a:extLst>
            </p:cNvPr>
            <p:cNvCxnSpPr>
              <a:cxnSpLocks/>
            </p:cNvCxnSpPr>
            <p:nvPr/>
          </p:nvCxnSpPr>
          <p:spPr>
            <a:xfrm>
              <a:off x="-43020" y="1143000"/>
              <a:ext cx="2676295" cy="1149039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E4096710-4101-1E25-417C-AD951698203B}"/>
                </a:ext>
              </a:extLst>
            </p:cNvPr>
            <p:cNvCxnSpPr>
              <a:cxnSpLocks/>
            </p:cNvCxnSpPr>
            <p:nvPr/>
          </p:nvCxnSpPr>
          <p:spPr>
            <a:xfrm>
              <a:off x="-43020" y="3304468"/>
              <a:ext cx="2676295" cy="1149039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24967E4D-8367-7516-0148-7BC1499C5B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97892"/>
              <a:ext cx="2676295" cy="1149039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E9D4FAD1-33E4-07B3-5FC6-8FB1B7E4F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" y="2234204"/>
              <a:ext cx="2790595" cy="115339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8F9AF08E-B01E-E17E-FD05-2E16AA1E2249}"/>
                </a:ext>
              </a:extLst>
            </p:cNvPr>
            <p:cNvCxnSpPr>
              <a:cxnSpLocks/>
              <a:stCxn id="158" idx="3"/>
              <a:endCxn id="161" idx="3"/>
            </p:cNvCxnSpPr>
            <p:nvPr/>
          </p:nvCxnSpPr>
          <p:spPr>
            <a:xfrm flipV="1">
              <a:off x="114300" y="4501180"/>
              <a:ext cx="2676295" cy="1234534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60DD7BFB-33C5-4CA0-34D6-5DF04812B443}"/>
                </a:ext>
              </a:extLst>
            </p:cNvPr>
            <p:cNvCxnSpPr>
              <a:cxnSpLocks/>
            </p:cNvCxnSpPr>
            <p:nvPr/>
          </p:nvCxnSpPr>
          <p:spPr>
            <a:xfrm>
              <a:off x="-41564" y="1101437"/>
              <a:ext cx="2790595" cy="3462089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50DF2C76-DEF9-4881-6C18-5D41A5F5AA21}"/>
                </a:ext>
              </a:extLst>
            </p:cNvPr>
            <p:cNvCxnSpPr>
              <a:cxnSpLocks/>
              <a:endCxn id="162" idx="0"/>
            </p:cNvCxnSpPr>
            <p:nvPr/>
          </p:nvCxnSpPr>
          <p:spPr>
            <a:xfrm>
              <a:off x="-43021" y="1151339"/>
              <a:ext cx="2719316" cy="559236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2C083834-9077-1D28-BFAD-55CB133C1E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0784" y="0"/>
              <a:ext cx="2749033" cy="333174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37AF3B74-39C7-A55F-B3F9-AB1453AA455F}"/>
                </a:ext>
              </a:extLst>
            </p:cNvPr>
            <p:cNvCxnSpPr>
              <a:cxnSpLocks/>
              <a:endCxn id="160" idx="2"/>
            </p:cNvCxnSpPr>
            <p:nvPr/>
          </p:nvCxnSpPr>
          <p:spPr>
            <a:xfrm flipV="1">
              <a:off x="-105367" y="2416730"/>
              <a:ext cx="2781662" cy="3536583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1722F985-F80E-F6F1-5187-3458D5F4EA2F}"/>
                </a:ext>
              </a:extLst>
            </p:cNvPr>
            <p:cNvCxnSpPr>
              <a:cxnSpLocks/>
              <a:endCxn id="159" idx="2"/>
            </p:cNvCxnSpPr>
            <p:nvPr/>
          </p:nvCxnSpPr>
          <p:spPr>
            <a:xfrm flipV="1">
              <a:off x="-25518" y="114300"/>
              <a:ext cx="2701813" cy="567711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3FB4FC6A-5FCB-602F-7DF7-1317501592E3}"/>
                </a:ext>
              </a:extLst>
            </p:cNvPr>
            <p:cNvCxnSpPr>
              <a:cxnSpLocks/>
              <a:endCxn id="162" idx="0"/>
            </p:cNvCxnSpPr>
            <p:nvPr/>
          </p:nvCxnSpPr>
          <p:spPr>
            <a:xfrm>
              <a:off x="25517" y="3362889"/>
              <a:ext cx="2650778" cy="3380811"/>
            </a:xfrm>
            <a:prstGeom prst="line">
              <a:avLst/>
            </a:prstGeom>
            <a:grpFill/>
            <a:ln>
              <a:solidFill>
                <a:srgbClr val="F8560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8" name="TextBox 177">
            <a:extLst>
              <a:ext uri="{FF2B5EF4-FFF2-40B4-BE49-F238E27FC236}">
                <a16:creationId xmlns:a16="http://schemas.microsoft.com/office/drawing/2014/main" id="{BD3F024A-003D-9FA9-8788-E794B005FEFF}"/>
              </a:ext>
            </a:extLst>
          </p:cNvPr>
          <p:cNvSpPr txBox="1"/>
          <p:nvPr/>
        </p:nvSpPr>
        <p:spPr>
          <a:xfrm>
            <a:off x="4102917" y="6194702"/>
            <a:ext cx="39719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spc="600" noProof="0" dirty="0">
                <a:latin typeface="Space Grotesk Medium" pitchFamily="2" charset="0"/>
                <a:cs typeface="Space Grotesk Medium" pitchFamily="2" charset="0"/>
              </a:rPr>
              <a:t>Direction Artistique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3C01F2-08EB-80B2-B5B5-D65894292A5A}"/>
              </a:ext>
            </a:extLst>
          </p:cNvPr>
          <p:cNvSpPr txBox="1"/>
          <p:nvPr/>
        </p:nvSpPr>
        <p:spPr>
          <a:xfrm>
            <a:off x="4198925" y="2826546"/>
            <a:ext cx="3863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noProof="0" dirty="0">
                <a:latin typeface="Space Grotesk Medium" pitchFamily="2" charset="0"/>
                <a:cs typeface="Space Grotesk Medium" pitchFamily="2" charset="0"/>
              </a:rPr>
              <a:t>omarmessile237@gmail.com</a:t>
            </a:r>
          </a:p>
        </p:txBody>
      </p:sp>
    </p:spTree>
    <p:extLst>
      <p:ext uri="{BB962C8B-B14F-4D97-AF65-F5344CB8AC3E}">
        <p14:creationId xmlns:p14="http://schemas.microsoft.com/office/powerpoint/2010/main" val="3934196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1731</TotalTime>
  <Words>138</Words>
  <Application>Microsoft Office PowerPoint</Application>
  <PresentationFormat>Widescreen</PresentationFormat>
  <Paragraphs>54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Arial</vt:lpstr>
      <vt:lpstr>Calibri</vt:lpstr>
      <vt:lpstr>Calibri Light</vt:lpstr>
      <vt:lpstr>Inter Light</vt:lpstr>
      <vt:lpstr>Lora</vt:lpstr>
      <vt:lpstr>Signika</vt:lpstr>
      <vt:lpstr>Signika SemiBold</vt:lpstr>
      <vt:lpstr>Space Grotesk Medium</vt:lpstr>
      <vt:lpstr>Space Grotesk SemiBold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ngapoutomar237@gmail.com</dc:creator>
  <cp:lastModifiedBy>ngapoutomar237@gmail.com</cp:lastModifiedBy>
  <cp:revision>36</cp:revision>
  <dcterms:created xsi:type="dcterms:W3CDTF">2026-06-24T08:31:06Z</dcterms:created>
  <dcterms:modified xsi:type="dcterms:W3CDTF">2026-09-21T18:10:02Z</dcterms:modified>
</cp:coreProperties>
</file>